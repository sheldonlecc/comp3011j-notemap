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media/image4.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Lst>
  <p:notesMasterIdLst>
    <p:notesMasterId r:id="rId19"/>
  </p:notesMasterIdLst>
  <p:sldIdLst>
    <p:sldId id="256" r:id="rId4"/>
    <p:sldId id="257" r:id="rId5"/>
    <p:sldId id="258" r:id="rId6"/>
    <p:sldId id="259" r:id="rId7"/>
    <p:sldId id="260" r:id="rId8"/>
    <p:sldId id="263" r:id="rId9"/>
    <p:sldId id="264" r:id="rId10"/>
    <p:sldId id="261" r:id="rId11"/>
    <p:sldId id="265" r:id="rId12"/>
    <p:sldId id="262" r:id="rId13"/>
    <p:sldId id="266" r:id="rId14"/>
    <p:sldId id="267" r:id="rId15"/>
    <p:sldId id="268" r:id="rId16"/>
    <p:sldId id="270" r:id="rId17"/>
    <p:sldId id="269"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7" Type="http://schemas.openxmlformats.org/officeDocument/2006/relationships/tags" Target="../tags/tag64.xml"/><Relationship Id="rId66" Type="http://schemas.openxmlformats.org/officeDocument/2006/relationships/tags" Target="../tags/tag63.xml"/><Relationship Id="rId65" Type="http://schemas.openxmlformats.org/officeDocument/2006/relationships/tags" Target="../tags/tag62.xml"/><Relationship Id="rId64" Type="http://schemas.openxmlformats.org/officeDocument/2006/relationships/tags" Target="../tags/tag61.xml"/><Relationship Id="rId63" Type="http://schemas.openxmlformats.org/officeDocument/2006/relationships/tags" Target="../tags/tag60.xml"/><Relationship Id="rId62" Type="http://schemas.openxmlformats.org/officeDocument/2006/relationships/tags" Target="../tags/tag59.xml"/><Relationship Id="rId61" Type="http://schemas.openxmlformats.org/officeDocument/2006/relationships/tags" Target="../tags/tag58.xml"/><Relationship Id="rId60" Type="http://schemas.openxmlformats.org/officeDocument/2006/relationships/tags" Target="../tags/tag57.xml"/><Relationship Id="rId6" Type="http://schemas.openxmlformats.org/officeDocument/2006/relationships/tags" Target="../tags/tag3.xml"/><Relationship Id="rId59" Type="http://schemas.openxmlformats.org/officeDocument/2006/relationships/tags" Target="../tags/tag56.xml"/><Relationship Id="rId58" Type="http://schemas.openxmlformats.org/officeDocument/2006/relationships/tags" Target="../tags/tag55.xml"/><Relationship Id="rId57" Type="http://schemas.openxmlformats.org/officeDocument/2006/relationships/tags" Target="../tags/tag54.xml"/><Relationship Id="rId56" Type="http://schemas.openxmlformats.org/officeDocument/2006/relationships/tags" Target="../tags/tag53.xml"/><Relationship Id="rId55" Type="http://schemas.openxmlformats.org/officeDocument/2006/relationships/tags" Target="../tags/tag52.xml"/><Relationship Id="rId54" Type="http://schemas.openxmlformats.org/officeDocument/2006/relationships/tags" Target="../tags/tag51.xml"/><Relationship Id="rId53" Type="http://schemas.openxmlformats.org/officeDocument/2006/relationships/tags" Target="../tags/tag50.xml"/><Relationship Id="rId52" Type="http://schemas.openxmlformats.org/officeDocument/2006/relationships/tags" Target="../tags/tag49.xml"/><Relationship Id="rId51" Type="http://schemas.openxmlformats.org/officeDocument/2006/relationships/tags" Target="../tags/tag48.xml"/><Relationship Id="rId50" Type="http://schemas.openxmlformats.org/officeDocument/2006/relationships/tags" Target="../tags/tag47.xml"/><Relationship Id="rId5" Type="http://schemas.openxmlformats.org/officeDocument/2006/relationships/tags" Target="../tags/tag2.xml"/><Relationship Id="rId49" Type="http://schemas.openxmlformats.org/officeDocument/2006/relationships/tags" Target="../tags/tag46.xml"/><Relationship Id="rId48" Type="http://schemas.openxmlformats.org/officeDocument/2006/relationships/tags" Target="../tags/tag45.xml"/><Relationship Id="rId47" Type="http://schemas.openxmlformats.org/officeDocument/2006/relationships/tags" Target="../tags/tag44.xml"/><Relationship Id="rId46" Type="http://schemas.openxmlformats.org/officeDocument/2006/relationships/tags" Target="../tags/tag43.xml"/><Relationship Id="rId45" Type="http://schemas.openxmlformats.org/officeDocument/2006/relationships/tags" Target="../tags/tag42.xml"/><Relationship Id="rId44" Type="http://schemas.openxmlformats.org/officeDocument/2006/relationships/tags" Target="../tags/tag41.xml"/><Relationship Id="rId43" Type="http://schemas.openxmlformats.org/officeDocument/2006/relationships/tags" Target="../tags/tag40.xml"/><Relationship Id="rId42" Type="http://schemas.openxmlformats.org/officeDocument/2006/relationships/tags" Target="../tags/tag39.xml"/><Relationship Id="rId41" Type="http://schemas.openxmlformats.org/officeDocument/2006/relationships/tags" Target="../tags/tag38.xml"/><Relationship Id="rId40" Type="http://schemas.openxmlformats.org/officeDocument/2006/relationships/tags" Target="../tags/tag37.xml"/><Relationship Id="rId4" Type="http://schemas.openxmlformats.org/officeDocument/2006/relationships/image" Target="../media/image2.svg"/><Relationship Id="rId39" Type="http://schemas.openxmlformats.org/officeDocument/2006/relationships/tags" Target="../tags/tag36.xml"/><Relationship Id="rId38" Type="http://schemas.openxmlformats.org/officeDocument/2006/relationships/tags" Target="../tags/tag35.xml"/><Relationship Id="rId37" Type="http://schemas.openxmlformats.org/officeDocument/2006/relationships/tags" Target="../tags/tag34.xml"/><Relationship Id="rId36" Type="http://schemas.openxmlformats.org/officeDocument/2006/relationships/tags" Target="../tags/tag33.xml"/><Relationship Id="rId35" Type="http://schemas.openxmlformats.org/officeDocument/2006/relationships/tags" Target="../tags/tag32.xml"/><Relationship Id="rId34" Type="http://schemas.openxmlformats.org/officeDocument/2006/relationships/tags" Target="../tags/tag31.xml"/><Relationship Id="rId33" Type="http://schemas.openxmlformats.org/officeDocument/2006/relationships/tags" Target="../tags/tag30.xml"/><Relationship Id="rId32" Type="http://schemas.openxmlformats.org/officeDocument/2006/relationships/tags" Target="../tags/tag29.xml"/><Relationship Id="rId31" Type="http://schemas.openxmlformats.org/officeDocument/2006/relationships/tags" Target="../tags/tag28.xml"/><Relationship Id="rId30" Type="http://schemas.openxmlformats.org/officeDocument/2006/relationships/tags" Target="../tags/tag27.xml"/><Relationship Id="rId3" Type="http://schemas.openxmlformats.org/officeDocument/2006/relationships/image" Target="../media/image1.png"/><Relationship Id="rId29" Type="http://schemas.openxmlformats.org/officeDocument/2006/relationships/tags" Target="../tags/tag26.xml"/><Relationship Id="rId28" Type="http://schemas.openxmlformats.org/officeDocument/2006/relationships/tags" Target="../tags/tag25.xml"/><Relationship Id="rId27" Type="http://schemas.openxmlformats.org/officeDocument/2006/relationships/tags" Target="../tags/tag24.xml"/><Relationship Id="rId26" Type="http://schemas.openxmlformats.org/officeDocument/2006/relationships/tags" Target="../tags/tag23.xml"/><Relationship Id="rId25" Type="http://schemas.openxmlformats.org/officeDocument/2006/relationships/tags" Target="../tags/tag22.xml"/><Relationship Id="rId24" Type="http://schemas.openxmlformats.org/officeDocument/2006/relationships/tags" Target="../tags/tag21.xml"/><Relationship Id="rId23" Type="http://schemas.openxmlformats.org/officeDocument/2006/relationships/tags" Target="../tags/tag20.xml"/><Relationship Id="rId22" Type="http://schemas.openxmlformats.org/officeDocument/2006/relationships/tags" Target="../tags/tag19.xml"/><Relationship Id="rId21" Type="http://schemas.openxmlformats.org/officeDocument/2006/relationships/tags" Target="../tags/tag18.xml"/><Relationship Id="rId20" Type="http://schemas.openxmlformats.org/officeDocument/2006/relationships/tags" Target="../tags/tag17.xml"/><Relationship Id="rId2" Type="http://schemas.openxmlformats.org/officeDocument/2006/relationships/tags" Target="../tags/tag1.xml"/><Relationship Id="rId19" Type="http://schemas.openxmlformats.org/officeDocument/2006/relationships/tags" Target="../tags/tag16.xml"/><Relationship Id="rId18" Type="http://schemas.openxmlformats.org/officeDocument/2006/relationships/tags" Target="../tags/tag15.xml"/><Relationship Id="rId17" Type="http://schemas.openxmlformats.org/officeDocument/2006/relationships/tags" Target="../tags/tag14.xml"/><Relationship Id="rId16" Type="http://schemas.openxmlformats.org/officeDocument/2006/relationships/tags" Target="../tags/tag13.xml"/><Relationship Id="rId15" Type="http://schemas.openxmlformats.org/officeDocument/2006/relationships/tags" Target="../tags/tag12.xml"/><Relationship Id="rId14" Type="http://schemas.openxmlformats.org/officeDocument/2006/relationships/tags" Target="../tags/tag11.xml"/><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tags" Target="../tags/tag76.xml"/><Relationship Id="rId7" Type="http://schemas.openxmlformats.org/officeDocument/2006/relationships/tags" Target="../tags/tag75.xml"/><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3" Type="http://schemas.openxmlformats.org/officeDocument/2006/relationships/tags" Target="../tags/tag101.xml"/><Relationship Id="rId32" Type="http://schemas.openxmlformats.org/officeDocument/2006/relationships/tags" Target="../tags/tag100.xml"/><Relationship Id="rId31" Type="http://schemas.openxmlformats.org/officeDocument/2006/relationships/tags" Target="../tags/tag99.xml"/><Relationship Id="rId30" Type="http://schemas.openxmlformats.org/officeDocument/2006/relationships/tags" Target="../tags/tag98.xml"/><Relationship Id="rId3" Type="http://schemas.openxmlformats.org/officeDocument/2006/relationships/tags" Target="../tags/tag71.xml"/><Relationship Id="rId29" Type="http://schemas.openxmlformats.org/officeDocument/2006/relationships/tags" Target="../tags/tag97.xml"/><Relationship Id="rId28" Type="http://schemas.openxmlformats.org/officeDocument/2006/relationships/tags" Target="../tags/tag96.xml"/><Relationship Id="rId27" Type="http://schemas.openxmlformats.org/officeDocument/2006/relationships/tags" Target="../tags/tag95.xml"/><Relationship Id="rId26" Type="http://schemas.openxmlformats.org/officeDocument/2006/relationships/tags" Target="../tags/tag94.xml"/><Relationship Id="rId25" Type="http://schemas.openxmlformats.org/officeDocument/2006/relationships/tags" Target="../tags/tag93.xml"/><Relationship Id="rId24" Type="http://schemas.openxmlformats.org/officeDocument/2006/relationships/tags" Target="../tags/tag92.xml"/><Relationship Id="rId23" Type="http://schemas.openxmlformats.org/officeDocument/2006/relationships/tags" Target="../tags/tag91.xml"/><Relationship Id="rId22" Type="http://schemas.openxmlformats.org/officeDocument/2006/relationships/tags" Target="../tags/tag90.xml"/><Relationship Id="rId21" Type="http://schemas.openxmlformats.org/officeDocument/2006/relationships/tags" Target="../tags/tag89.xml"/><Relationship Id="rId20" Type="http://schemas.openxmlformats.org/officeDocument/2006/relationships/tags" Target="../tags/tag88.xml"/><Relationship Id="rId2" Type="http://schemas.openxmlformats.org/officeDocument/2006/relationships/tags" Target="../tags/tag70.xml"/><Relationship Id="rId19" Type="http://schemas.openxmlformats.org/officeDocument/2006/relationships/tags" Target="../tags/tag87.xml"/><Relationship Id="rId18" Type="http://schemas.openxmlformats.org/officeDocument/2006/relationships/tags" Target="../tags/tag86.xml"/><Relationship Id="rId17" Type="http://schemas.openxmlformats.org/officeDocument/2006/relationships/tags" Target="../tags/tag85.xml"/><Relationship Id="rId16" Type="http://schemas.openxmlformats.org/officeDocument/2006/relationships/tags" Target="../tags/tag84.xml"/><Relationship Id="rId15" Type="http://schemas.openxmlformats.org/officeDocument/2006/relationships/tags" Target="../tags/tag83.xml"/><Relationship Id="rId14" Type="http://schemas.openxmlformats.org/officeDocument/2006/relationships/tags" Target="../tags/tag82.xml"/><Relationship Id="rId13" Type="http://schemas.openxmlformats.org/officeDocument/2006/relationships/tags" Target="../tags/tag81.xml"/><Relationship Id="rId12" Type="http://schemas.openxmlformats.org/officeDocument/2006/relationships/tags" Target="../tags/tag80.xml"/><Relationship Id="rId11" Type="http://schemas.openxmlformats.org/officeDocument/2006/relationships/tags" Target="../tags/tag79.xml"/><Relationship Id="rId10" Type="http://schemas.openxmlformats.org/officeDocument/2006/relationships/tags" Target="../tags/tag78.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09.xml"/><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tags" Target="../tags/tag104.xml"/><Relationship Id="rId34" Type="http://schemas.openxmlformats.org/officeDocument/2006/relationships/tags" Target="../tags/tag134.xml"/><Relationship Id="rId33" Type="http://schemas.openxmlformats.org/officeDocument/2006/relationships/tags" Target="../tags/tag133.xml"/><Relationship Id="rId32" Type="http://schemas.openxmlformats.org/officeDocument/2006/relationships/tags" Target="../tags/tag132.xml"/><Relationship Id="rId31" Type="http://schemas.openxmlformats.org/officeDocument/2006/relationships/tags" Target="../tags/tag131.xml"/><Relationship Id="rId30" Type="http://schemas.openxmlformats.org/officeDocument/2006/relationships/tags" Target="../tags/tag130.xml"/><Relationship Id="rId3" Type="http://schemas.openxmlformats.org/officeDocument/2006/relationships/tags" Target="../tags/tag103.xml"/><Relationship Id="rId29" Type="http://schemas.openxmlformats.org/officeDocument/2006/relationships/tags" Target="../tags/tag129.xml"/><Relationship Id="rId28" Type="http://schemas.openxmlformats.org/officeDocument/2006/relationships/tags" Target="../tags/tag128.xml"/><Relationship Id="rId27" Type="http://schemas.openxmlformats.org/officeDocument/2006/relationships/tags" Target="../tags/tag127.xml"/><Relationship Id="rId26" Type="http://schemas.openxmlformats.org/officeDocument/2006/relationships/tags" Target="../tags/tag126.xml"/><Relationship Id="rId25" Type="http://schemas.openxmlformats.org/officeDocument/2006/relationships/tags" Target="../tags/tag125.xml"/><Relationship Id="rId24" Type="http://schemas.openxmlformats.org/officeDocument/2006/relationships/tags" Target="../tags/tag124.xml"/><Relationship Id="rId23" Type="http://schemas.openxmlformats.org/officeDocument/2006/relationships/tags" Target="../tags/tag123.xml"/><Relationship Id="rId22" Type="http://schemas.openxmlformats.org/officeDocument/2006/relationships/tags" Target="../tags/tag122.xml"/><Relationship Id="rId21" Type="http://schemas.openxmlformats.org/officeDocument/2006/relationships/tags" Target="../tags/tag121.xml"/><Relationship Id="rId20" Type="http://schemas.openxmlformats.org/officeDocument/2006/relationships/tags" Target="../tags/tag120.xml"/><Relationship Id="rId2" Type="http://schemas.openxmlformats.org/officeDocument/2006/relationships/tags" Target="../tags/tag102.xml"/><Relationship Id="rId19" Type="http://schemas.openxmlformats.org/officeDocument/2006/relationships/tags" Target="../tags/tag119.xml"/><Relationship Id="rId18" Type="http://schemas.openxmlformats.org/officeDocument/2006/relationships/tags" Target="../tags/tag118.xml"/><Relationship Id="rId17" Type="http://schemas.openxmlformats.org/officeDocument/2006/relationships/tags" Target="../tags/tag117.xml"/><Relationship Id="rId16" Type="http://schemas.openxmlformats.org/officeDocument/2006/relationships/tags" Target="../tags/tag116.xml"/><Relationship Id="rId15" Type="http://schemas.openxmlformats.org/officeDocument/2006/relationships/tags" Target="../tags/tag115.xml"/><Relationship Id="rId14" Type="http://schemas.openxmlformats.org/officeDocument/2006/relationships/tags" Target="../tags/tag114.xml"/><Relationship Id="rId13" Type="http://schemas.openxmlformats.org/officeDocument/2006/relationships/tags" Target="../tags/tag113.xml"/><Relationship Id="rId12" Type="http://schemas.openxmlformats.org/officeDocument/2006/relationships/tags" Target="../tags/tag112.xml"/><Relationship Id="rId11" Type="http://schemas.openxmlformats.org/officeDocument/2006/relationships/tags" Target="../tags/tag111.xml"/><Relationship Id="rId10" Type="http://schemas.openxmlformats.org/officeDocument/2006/relationships/tags" Target="../tags/tag110.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140.xml"/><Relationship Id="rId6" Type="http://schemas.openxmlformats.org/officeDocument/2006/relationships/tags" Target="../tags/tag139.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tags" Target="../tags/tag144.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155.xml"/><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159.xml"/><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64.xml"/><Relationship Id="rId5" Type="http://schemas.openxmlformats.org/officeDocument/2006/relationships/tags" Target="../tags/tag163.xml"/><Relationship Id="rId4" Type="http://schemas.openxmlformats.org/officeDocument/2006/relationships/tags" Target="../tags/tag162.xml"/><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70.xml"/><Relationship Id="rId8" Type="http://schemas.openxmlformats.org/officeDocument/2006/relationships/tags" Target="../tags/tag169.xml"/><Relationship Id="rId7" Type="http://schemas.openxmlformats.org/officeDocument/2006/relationships/tags" Target="../tags/tag168.xml"/><Relationship Id="rId6" Type="http://schemas.openxmlformats.org/officeDocument/2006/relationships/tags" Target="../tags/tag167.xml"/><Relationship Id="rId5" Type="http://schemas.openxmlformats.org/officeDocument/2006/relationships/tags" Target="../tags/tag166.xml"/><Relationship Id="rId40" Type="http://schemas.openxmlformats.org/officeDocument/2006/relationships/tags" Target="../tags/tag201.xml"/><Relationship Id="rId4" Type="http://schemas.openxmlformats.org/officeDocument/2006/relationships/image" Target="../media/image4.svg"/><Relationship Id="rId39" Type="http://schemas.openxmlformats.org/officeDocument/2006/relationships/tags" Target="../tags/tag200.xml"/><Relationship Id="rId38" Type="http://schemas.openxmlformats.org/officeDocument/2006/relationships/tags" Target="../tags/tag199.xml"/><Relationship Id="rId37" Type="http://schemas.openxmlformats.org/officeDocument/2006/relationships/tags" Target="../tags/tag198.xml"/><Relationship Id="rId36" Type="http://schemas.openxmlformats.org/officeDocument/2006/relationships/tags" Target="../tags/tag197.xml"/><Relationship Id="rId35" Type="http://schemas.openxmlformats.org/officeDocument/2006/relationships/tags" Target="../tags/tag196.xml"/><Relationship Id="rId34" Type="http://schemas.openxmlformats.org/officeDocument/2006/relationships/tags" Target="../tags/tag195.xml"/><Relationship Id="rId33" Type="http://schemas.openxmlformats.org/officeDocument/2006/relationships/tags" Target="../tags/tag194.xml"/><Relationship Id="rId32" Type="http://schemas.openxmlformats.org/officeDocument/2006/relationships/tags" Target="../tags/tag193.xml"/><Relationship Id="rId31" Type="http://schemas.openxmlformats.org/officeDocument/2006/relationships/tags" Target="../tags/tag192.xml"/><Relationship Id="rId30" Type="http://schemas.openxmlformats.org/officeDocument/2006/relationships/tags" Target="../tags/tag191.xml"/><Relationship Id="rId3" Type="http://schemas.openxmlformats.org/officeDocument/2006/relationships/image" Target="../media/image3.png"/><Relationship Id="rId29" Type="http://schemas.openxmlformats.org/officeDocument/2006/relationships/tags" Target="../tags/tag190.xml"/><Relationship Id="rId28" Type="http://schemas.openxmlformats.org/officeDocument/2006/relationships/tags" Target="../tags/tag189.xml"/><Relationship Id="rId27" Type="http://schemas.openxmlformats.org/officeDocument/2006/relationships/tags" Target="../tags/tag188.xml"/><Relationship Id="rId26" Type="http://schemas.openxmlformats.org/officeDocument/2006/relationships/tags" Target="../tags/tag187.xml"/><Relationship Id="rId25" Type="http://schemas.openxmlformats.org/officeDocument/2006/relationships/tags" Target="../tags/tag186.xml"/><Relationship Id="rId24" Type="http://schemas.openxmlformats.org/officeDocument/2006/relationships/tags" Target="../tags/tag185.xml"/><Relationship Id="rId23" Type="http://schemas.openxmlformats.org/officeDocument/2006/relationships/tags" Target="../tags/tag184.xml"/><Relationship Id="rId22" Type="http://schemas.openxmlformats.org/officeDocument/2006/relationships/tags" Target="../tags/tag183.xml"/><Relationship Id="rId21" Type="http://schemas.openxmlformats.org/officeDocument/2006/relationships/tags" Target="../tags/tag182.xml"/><Relationship Id="rId20" Type="http://schemas.openxmlformats.org/officeDocument/2006/relationships/tags" Target="../tags/tag181.xml"/><Relationship Id="rId2" Type="http://schemas.openxmlformats.org/officeDocument/2006/relationships/tags" Target="../tags/tag165.xml"/><Relationship Id="rId19" Type="http://schemas.openxmlformats.org/officeDocument/2006/relationships/tags" Target="../tags/tag180.xml"/><Relationship Id="rId18" Type="http://schemas.openxmlformats.org/officeDocument/2006/relationships/tags" Target="../tags/tag179.xml"/><Relationship Id="rId17" Type="http://schemas.openxmlformats.org/officeDocument/2006/relationships/tags" Target="../tags/tag178.xml"/><Relationship Id="rId16" Type="http://schemas.openxmlformats.org/officeDocument/2006/relationships/tags" Target="../tags/tag177.xml"/><Relationship Id="rId15" Type="http://schemas.openxmlformats.org/officeDocument/2006/relationships/tags" Target="../tags/tag176.xml"/><Relationship Id="rId14" Type="http://schemas.openxmlformats.org/officeDocument/2006/relationships/tags" Target="../tags/tag175.xml"/><Relationship Id="rId13" Type="http://schemas.openxmlformats.org/officeDocument/2006/relationships/tags" Target="../tags/tag174.xml"/><Relationship Id="rId12" Type="http://schemas.openxmlformats.org/officeDocument/2006/relationships/tags" Target="../tags/tag173.xml"/><Relationship Id="rId11" Type="http://schemas.openxmlformats.org/officeDocument/2006/relationships/tags" Target="../tags/tag172.xml"/><Relationship Id="rId10" Type="http://schemas.openxmlformats.org/officeDocument/2006/relationships/tags" Target="../tags/tag171.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pic>
        <p:nvPicPr>
          <p:cNvPr id="8" name="VCG41N1266076819"/>
          <p:cNvPicPr>
            <a:picLocks noChangeAspect="1"/>
          </p:cNvPicPr>
          <p:nvPr userDrawn="1">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235323" y="857250"/>
            <a:ext cx="1416011" cy="2285335"/>
          </a:xfrm>
          <a:prstGeom prst="rect">
            <a:avLst/>
          </a:prstGeom>
        </p:spPr>
      </p:pic>
      <p:cxnSp>
        <p:nvCxnSpPr>
          <p:cNvPr id="9" name="直接连接符 8"/>
          <p:cNvCxnSpPr/>
          <p:nvPr userDrawn="1">
            <p:custDataLst>
              <p:tags r:id="rId5"/>
            </p:custDataLst>
          </p:nvPr>
        </p:nvCxnSpPr>
        <p:spPr>
          <a:xfrm>
            <a:off x="419100" y="5753100"/>
            <a:ext cx="7172325"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1" name="任意多边形: 形状 10"/>
          <p:cNvSpPr/>
          <p:nvPr userDrawn="1">
            <p:custDataLst>
              <p:tags r:id="rId6"/>
            </p:custDataLst>
          </p:nvPr>
        </p:nvSpPr>
        <p:spPr>
          <a:xfrm>
            <a:off x="7443148" y="4568854"/>
            <a:ext cx="1415102" cy="1433801"/>
          </a:xfrm>
          <a:custGeom>
            <a:avLst/>
            <a:gdLst>
              <a:gd name="connsiteX0" fmla="*/ 1924435 w 1924435"/>
              <a:gd name="connsiteY0" fmla="*/ 1924435 h 1924435"/>
              <a:gd name="connsiteX1" fmla="*/ 0 w 1924435"/>
              <a:gd name="connsiteY1" fmla="*/ 1924435 h 1924435"/>
              <a:gd name="connsiteX2" fmla="*/ 0 w 1924435"/>
              <a:gd name="connsiteY2" fmla="*/ 962218 h 1924435"/>
              <a:gd name="connsiteX3" fmla="*/ 962218 w 1924435"/>
              <a:gd name="connsiteY3" fmla="*/ 0 h 1924435"/>
              <a:gd name="connsiteX4" fmla="*/ 962218 w 1924435"/>
              <a:gd name="connsiteY4" fmla="*/ 0 h 1924435"/>
              <a:gd name="connsiteX5" fmla="*/ 1924435 w 1924435"/>
              <a:gd name="connsiteY5" fmla="*/ 962218 h 1924435"/>
              <a:gd name="connsiteX6" fmla="*/ 1924435 w 1924435"/>
              <a:gd name="connsiteY6" fmla="*/ 1924435 h 1924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4435" h="1924435">
                <a:moveTo>
                  <a:pt x="1924435" y="1924435"/>
                </a:moveTo>
                <a:lnTo>
                  <a:pt x="0" y="1924435"/>
                </a:lnTo>
                <a:lnTo>
                  <a:pt x="0" y="962218"/>
                </a:lnTo>
                <a:cubicBezTo>
                  <a:pt x="0" y="430944"/>
                  <a:pt x="430944" y="0"/>
                  <a:pt x="962218" y="0"/>
                </a:cubicBezTo>
                <a:lnTo>
                  <a:pt x="962218" y="0"/>
                </a:lnTo>
                <a:cubicBezTo>
                  <a:pt x="1493491" y="0"/>
                  <a:pt x="1924435" y="430944"/>
                  <a:pt x="1924435" y="962218"/>
                </a:cubicBezTo>
                <a:lnTo>
                  <a:pt x="1924435" y="1924435"/>
                </a:ln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2" name="任意多边形: 形状 11"/>
          <p:cNvSpPr/>
          <p:nvPr userDrawn="1">
            <p:custDataLst>
              <p:tags r:id="rId7"/>
            </p:custDataLst>
          </p:nvPr>
        </p:nvSpPr>
        <p:spPr>
          <a:xfrm>
            <a:off x="0" y="5129474"/>
            <a:ext cx="871276" cy="871276"/>
          </a:xfrm>
          <a:custGeom>
            <a:avLst/>
            <a:gdLst>
              <a:gd name="connsiteX0" fmla="*/ 1161702 w 1161701"/>
              <a:gd name="connsiteY0" fmla="*/ 1161702 h 1161701"/>
              <a:gd name="connsiteX1" fmla="*/ 0 w 1161701"/>
              <a:gd name="connsiteY1" fmla="*/ 1161702 h 1161701"/>
              <a:gd name="connsiteX2" fmla="*/ 0 w 1161701"/>
              <a:gd name="connsiteY2" fmla="*/ 0 h 1161701"/>
              <a:gd name="connsiteX3" fmla="*/ 0 w 1161701"/>
              <a:gd name="connsiteY3" fmla="*/ 0 h 1161701"/>
              <a:gd name="connsiteX4" fmla="*/ 1161702 w 1161701"/>
              <a:gd name="connsiteY4" fmla="*/ 1161702 h 1161701"/>
              <a:gd name="connsiteX5" fmla="*/ 1161702 w 1161701"/>
              <a:gd name="connsiteY5" fmla="*/ 1161702 h 1161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701" h="1161701">
                <a:moveTo>
                  <a:pt x="1161702" y="1161702"/>
                </a:moveTo>
                <a:lnTo>
                  <a:pt x="0" y="1161702"/>
                </a:lnTo>
                <a:lnTo>
                  <a:pt x="0" y="0"/>
                </a:lnTo>
                <a:lnTo>
                  <a:pt x="0" y="0"/>
                </a:lnTo>
                <a:cubicBezTo>
                  <a:pt x="641576" y="0"/>
                  <a:pt x="1161702" y="520126"/>
                  <a:pt x="1161702" y="1161702"/>
                </a:cubicBezTo>
                <a:lnTo>
                  <a:pt x="1161702" y="1161702"/>
                </a:lnTo>
                <a:close/>
              </a:path>
            </a:pathLst>
          </a:custGeom>
          <a:solidFill>
            <a:schemeClr val="accent6"/>
          </a:solidFill>
          <a:ln w="2934" cap="flat">
            <a:noFill/>
            <a:prstDash val="solid"/>
            <a:miter/>
          </a:ln>
        </p:spPr>
        <p:txBody>
          <a:bodyPr rtlCol="0" anchor="ctr"/>
          <a:lstStyle/>
          <a:p>
            <a:endParaRPr lang="zh-CN" altLang="en-US" sz="1350"/>
          </a:p>
        </p:txBody>
      </p:sp>
      <p:sp>
        <p:nvSpPr>
          <p:cNvPr id="13" name="任意多边形: 形状 12"/>
          <p:cNvSpPr/>
          <p:nvPr userDrawn="1">
            <p:custDataLst>
              <p:tags r:id="rId8"/>
            </p:custDataLst>
          </p:nvPr>
        </p:nvSpPr>
        <p:spPr>
          <a:xfrm>
            <a:off x="649944" y="4374200"/>
            <a:ext cx="1136771" cy="568385"/>
          </a:xfrm>
          <a:custGeom>
            <a:avLst/>
            <a:gdLst>
              <a:gd name="connsiteX0" fmla="*/ 938749 w 1877497"/>
              <a:gd name="connsiteY0" fmla="*/ 938749 h 938748"/>
              <a:gd name="connsiteX1" fmla="*/ 1877498 w 1877497"/>
              <a:gd name="connsiteY1" fmla="*/ 0 h 938748"/>
              <a:gd name="connsiteX2" fmla="*/ 0 w 1877497"/>
              <a:gd name="connsiteY2" fmla="*/ 0 h 938748"/>
              <a:gd name="connsiteX3" fmla="*/ 938749 w 1877497"/>
              <a:gd name="connsiteY3" fmla="*/ 938749 h 938748"/>
            </a:gdLst>
            <a:ahLst/>
            <a:cxnLst>
              <a:cxn ang="0">
                <a:pos x="connsiteX0" y="connsiteY0"/>
              </a:cxn>
              <a:cxn ang="0">
                <a:pos x="connsiteX1" y="connsiteY1"/>
              </a:cxn>
              <a:cxn ang="0">
                <a:pos x="connsiteX2" y="connsiteY2"/>
              </a:cxn>
              <a:cxn ang="0">
                <a:pos x="connsiteX3" y="connsiteY3"/>
              </a:cxn>
            </a:cxnLst>
            <a:rect l="l" t="t" r="r" b="b"/>
            <a:pathLst>
              <a:path w="1877497" h="938748">
                <a:moveTo>
                  <a:pt x="938749" y="938749"/>
                </a:moveTo>
                <a:cubicBezTo>
                  <a:pt x="1457114" y="938749"/>
                  <a:pt x="1877498" y="518366"/>
                  <a:pt x="1877498" y="0"/>
                </a:cubicBezTo>
                <a:lnTo>
                  <a:pt x="0" y="0"/>
                </a:lnTo>
                <a:cubicBezTo>
                  <a:pt x="0" y="518366"/>
                  <a:pt x="420383" y="938749"/>
                  <a:pt x="938749" y="938749"/>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6" name="任意多边形: 形状 15"/>
          <p:cNvSpPr/>
          <p:nvPr userDrawn="1">
            <p:custDataLst>
              <p:tags r:id="rId9"/>
            </p:custDataLst>
          </p:nvPr>
        </p:nvSpPr>
        <p:spPr>
          <a:xfrm>
            <a:off x="571500" y="3990975"/>
            <a:ext cx="34766" cy="34766"/>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17" name="任意多边形: 形状 16"/>
          <p:cNvSpPr/>
          <p:nvPr userDrawn="1">
            <p:custDataLst>
              <p:tags r:id="rId10"/>
            </p:custDataLst>
          </p:nvPr>
        </p:nvSpPr>
        <p:spPr>
          <a:xfrm>
            <a:off x="675323" y="3990975"/>
            <a:ext cx="34766" cy="34766"/>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19" name="任意多边形: 形状 18"/>
          <p:cNvSpPr/>
          <p:nvPr userDrawn="1">
            <p:custDataLst>
              <p:tags r:id="rId11"/>
            </p:custDataLst>
          </p:nvPr>
        </p:nvSpPr>
        <p:spPr>
          <a:xfrm>
            <a:off x="778669" y="3990975"/>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21" name="任意多边形: 形状 20"/>
          <p:cNvSpPr/>
          <p:nvPr userDrawn="1">
            <p:custDataLst>
              <p:tags r:id="rId12"/>
            </p:custDataLst>
          </p:nvPr>
        </p:nvSpPr>
        <p:spPr>
          <a:xfrm>
            <a:off x="882491" y="3990975"/>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22" name="任意多边形: 形状 21"/>
          <p:cNvSpPr/>
          <p:nvPr userDrawn="1">
            <p:custDataLst>
              <p:tags r:id="rId13"/>
            </p:custDataLst>
          </p:nvPr>
        </p:nvSpPr>
        <p:spPr>
          <a:xfrm>
            <a:off x="986314" y="3990975"/>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23" name="任意多边形: 形状 22"/>
          <p:cNvSpPr/>
          <p:nvPr userDrawn="1">
            <p:custDataLst>
              <p:tags r:id="rId14"/>
            </p:custDataLst>
          </p:nvPr>
        </p:nvSpPr>
        <p:spPr>
          <a:xfrm>
            <a:off x="1090136" y="3990975"/>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25" name="任意多边形: 形状 24"/>
          <p:cNvSpPr/>
          <p:nvPr userDrawn="1">
            <p:custDataLst>
              <p:tags r:id="rId15"/>
            </p:custDataLst>
          </p:nvPr>
        </p:nvSpPr>
        <p:spPr>
          <a:xfrm>
            <a:off x="571500" y="4191000"/>
            <a:ext cx="34766" cy="34766"/>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26" name="任意多边形: 形状 25"/>
          <p:cNvSpPr/>
          <p:nvPr userDrawn="1">
            <p:custDataLst>
              <p:tags r:id="rId16"/>
            </p:custDataLst>
          </p:nvPr>
        </p:nvSpPr>
        <p:spPr>
          <a:xfrm>
            <a:off x="675323" y="4191000"/>
            <a:ext cx="34766" cy="34766"/>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27" name="任意多边形: 形状 26"/>
          <p:cNvSpPr/>
          <p:nvPr userDrawn="1">
            <p:custDataLst>
              <p:tags r:id="rId17"/>
            </p:custDataLst>
          </p:nvPr>
        </p:nvSpPr>
        <p:spPr>
          <a:xfrm>
            <a:off x="778669" y="4191000"/>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28" name="任意多边形: 形状 27"/>
          <p:cNvSpPr/>
          <p:nvPr userDrawn="1">
            <p:custDataLst>
              <p:tags r:id="rId18"/>
            </p:custDataLst>
          </p:nvPr>
        </p:nvSpPr>
        <p:spPr>
          <a:xfrm>
            <a:off x="882491" y="4191000"/>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29" name="任意多边形: 形状 28"/>
          <p:cNvSpPr/>
          <p:nvPr userDrawn="1">
            <p:custDataLst>
              <p:tags r:id="rId19"/>
            </p:custDataLst>
          </p:nvPr>
        </p:nvSpPr>
        <p:spPr>
          <a:xfrm>
            <a:off x="986314" y="4191000"/>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0" name="任意多边形: 形状 29"/>
          <p:cNvSpPr/>
          <p:nvPr userDrawn="1">
            <p:custDataLst>
              <p:tags r:id="rId20"/>
            </p:custDataLst>
          </p:nvPr>
        </p:nvSpPr>
        <p:spPr>
          <a:xfrm>
            <a:off x="1090136" y="4191000"/>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1" name="任意多边形: 形状 30"/>
          <p:cNvSpPr/>
          <p:nvPr userDrawn="1">
            <p:custDataLst>
              <p:tags r:id="rId21"/>
            </p:custDataLst>
          </p:nvPr>
        </p:nvSpPr>
        <p:spPr>
          <a:xfrm>
            <a:off x="571500" y="4390549"/>
            <a:ext cx="34766" cy="34766"/>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2" name="任意多边形: 形状 31"/>
          <p:cNvSpPr/>
          <p:nvPr userDrawn="1">
            <p:custDataLst>
              <p:tags r:id="rId22"/>
            </p:custDataLst>
          </p:nvPr>
        </p:nvSpPr>
        <p:spPr>
          <a:xfrm>
            <a:off x="675323" y="4390549"/>
            <a:ext cx="34766" cy="34766"/>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3" name="任意多边形: 形状 32"/>
          <p:cNvSpPr/>
          <p:nvPr userDrawn="1">
            <p:custDataLst>
              <p:tags r:id="rId23"/>
            </p:custDataLst>
          </p:nvPr>
        </p:nvSpPr>
        <p:spPr>
          <a:xfrm>
            <a:off x="778669" y="4390549"/>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4" name="任意多边形: 形状 33"/>
          <p:cNvSpPr/>
          <p:nvPr userDrawn="1">
            <p:custDataLst>
              <p:tags r:id="rId24"/>
            </p:custDataLst>
          </p:nvPr>
        </p:nvSpPr>
        <p:spPr>
          <a:xfrm>
            <a:off x="882491" y="4390549"/>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5" name="任意多边形: 形状 34"/>
          <p:cNvSpPr/>
          <p:nvPr userDrawn="1">
            <p:custDataLst>
              <p:tags r:id="rId25"/>
            </p:custDataLst>
          </p:nvPr>
        </p:nvSpPr>
        <p:spPr>
          <a:xfrm>
            <a:off x="986314" y="4390549"/>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6" name="任意多边形: 形状 35"/>
          <p:cNvSpPr/>
          <p:nvPr userDrawn="1">
            <p:custDataLst>
              <p:tags r:id="rId26"/>
            </p:custDataLst>
          </p:nvPr>
        </p:nvSpPr>
        <p:spPr>
          <a:xfrm>
            <a:off x="1090136" y="4390549"/>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7" name="任意多边形: 形状 36"/>
          <p:cNvSpPr/>
          <p:nvPr userDrawn="1">
            <p:custDataLst>
              <p:tags r:id="rId27"/>
            </p:custDataLst>
          </p:nvPr>
        </p:nvSpPr>
        <p:spPr>
          <a:xfrm>
            <a:off x="571500" y="4590574"/>
            <a:ext cx="34766" cy="34766"/>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8" name="任意多边形: 形状 37"/>
          <p:cNvSpPr/>
          <p:nvPr userDrawn="1">
            <p:custDataLst>
              <p:tags r:id="rId28"/>
            </p:custDataLst>
          </p:nvPr>
        </p:nvSpPr>
        <p:spPr>
          <a:xfrm>
            <a:off x="675323" y="4590574"/>
            <a:ext cx="34766" cy="34766"/>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9" name="任意多边形: 形状 38"/>
          <p:cNvSpPr/>
          <p:nvPr userDrawn="1">
            <p:custDataLst>
              <p:tags r:id="rId29"/>
            </p:custDataLst>
          </p:nvPr>
        </p:nvSpPr>
        <p:spPr>
          <a:xfrm>
            <a:off x="778669" y="4590574"/>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40" name="任意多边形: 形状 39"/>
          <p:cNvSpPr/>
          <p:nvPr userDrawn="1">
            <p:custDataLst>
              <p:tags r:id="rId30"/>
            </p:custDataLst>
          </p:nvPr>
        </p:nvSpPr>
        <p:spPr>
          <a:xfrm>
            <a:off x="882491" y="4590574"/>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41" name="任意多边形: 形状 40"/>
          <p:cNvSpPr/>
          <p:nvPr userDrawn="1">
            <p:custDataLst>
              <p:tags r:id="rId31"/>
            </p:custDataLst>
          </p:nvPr>
        </p:nvSpPr>
        <p:spPr>
          <a:xfrm>
            <a:off x="986314" y="4590574"/>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42" name="任意多边形: 形状 41"/>
          <p:cNvSpPr/>
          <p:nvPr userDrawn="1">
            <p:custDataLst>
              <p:tags r:id="rId32"/>
            </p:custDataLst>
          </p:nvPr>
        </p:nvSpPr>
        <p:spPr>
          <a:xfrm>
            <a:off x="1090136" y="4590574"/>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cxnSp>
        <p:nvCxnSpPr>
          <p:cNvPr id="43" name="直接连接符 42"/>
          <p:cNvCxnSpPr/>
          <p:nvPr userDrawn="1">
            <p:custDataLst>
              <p:tags r:id="rId33"/>
            </p:custDataLst>
          </p:nvPr>
        </p:nvCxnSpPr>
        <p:spPr>
          <a:xfrm>
            <a:off x="1638300" y="1485900"/>
            <a:ext cx="7172325"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4" name="任意多边形: 形状 43"/>
          <p:cNvSpPr/>
          <p:nvPr userDrawn="1">
            <p:custDataLst>
              <p:tags r:id="rId34"/>
            </p:custDataLst>
          </p:nvPr>
        </p:nvSpPr>
        <p:spPr>
          <a:xfrm>
            <a:off x="7036125" y="5608219"/>
            <a:ext cx="784588" cy="392294"/>
          </a:xfrm>
          <a:custGeom>
            <a:avLst/>
            <a:gdLst>
              <a:gd name="connsiteX0" fmla="*/ 523059 w 1046117"/>
              <a:gd name="connsiteY0" fmla="*/ 0 h 523058"/>
              <a:gd name="connsiteX1" fmla="*/ 0 w 1046117"/>
              <a:gd name="connsiteY1" fmla="*/ 523059 h 523058"/>
              <a:gd name="connsiteX2" fmla="*/ 1046118 w 1046117"/>
              <a:gd name="connsiteY2" fmla="*/ 523059 h 523058"/>
              <a:gd name="connsiteX3" fmla="*/ 523059 w 1046117"/>
              <a:gd name="connsiteY3" fmla="*/ 0 h 523058"/>
            </a:gdLst>
            <a:ahLst/>
            <a:cxnLst>
              <a:cxn ang="0">
                <a:pos x="connsiteX0" y="connsiteY0"/>
              </a:cxn>
              <a:cxn ang="0">
                <a:pos x="connsiteX1" y="connsiteY1"/>
              </a:cxn>
              <a:cxn ang="0">
                <a:pos x="connsiteX2" y="connsiteY2"/>
              </a:cxn>
              <a:cxn ang="0">
                <a:pos x="connsiteX3" y="connsiteY3"/>
              </a:cxn>
            </a:cxnLst>
            <a:rect l="l" t="t" r="r" b="b"/>
            <a:pathLst>
              <a:path w="1046117" h="523058">
                <a:moveTo>
                  <a:pt x="523059" y="0"/>
                </a:moveTo>
                <a:cubicBezTo>
                  <a:pt x="234100" y="0"/>
                  <a:pt x="0" y="234100"/>
                  <a:pt x="0" y="523059"/>
                </a:cubicBezTo>
                <a:lnTo>
                  <a:pt x="1046118" y="523059"/>
                </a:lnTo>
                <a:cubicBezTo>
                  <a:pt x="1045825" y="234100"/>
                  <a:pt x="811724" y="0"/>
                  <a:pt x="523059" y="0"/>
                </a:cubicBezTo>
                <a:close/>
              </a:path>
            </a:pathLst>
          </a:custGeom>
          <a:solidFill>
            <a:schemeClr val="accent6"/>
          </a:solidFill>
          <a:ln w="2934" cap="flat">
            <a:noFill/>
            <a:prstDash val="solid"/>
            <a:miter/>
          </a:ln>
        </p:spPr>
        <p:txBody>
          <a:bodyPr rtlCol="0" anchor="ctr"/>
          <a:lstStyle/>
          <a:p>
            <a:endParaRPr lang="zh-CN" altLang="en-US" sz="1350"/>
          </a:p>
        </p:txBody>
      </p:sp>
      <p:sp>
        <p:nvSpPr>
          <p:cNvPr id="45" name="任意多边形: 形状 12"/>
          <p:cNvSpPr/>
          <p:nvPr userDrawn="1">
            <p:custDataLst>
              <p:tags r:id="rId35"/>
            </p:custDataLst>
          </p:nvPr>
        </p:nvSpPr>
        <p:spPr>
          <a:xfrm flipH="1">
            <a:off x="8391049" y="1922145"/>
            <a:ext cx="752951" cy="1506379"/>
          </a:xfrm>
          <a:custGeom>
            <a:avLst/>
            <a:gdLst>
              <a:gd name="connsiteX0" fmla="*/ 1130019 w 1130018"/>
              <a:gd name="connsiteY0" fmla="*/ 1130019 h 2260037"/>
              <a:gd name="connsiteX1" fmla="*/ 0 w 1130018"/>
              <a:gd name="connsiteY1" fmla="*/ 0 h 2260037"/>
              <a:gd name="connsiteX2" fmla="*/ 0 w 1130018"/>
              <a:gd name="connsiteY2" fmla="*/ 2260038 h 2260037"/>
              <a:gd name="connsiteX3" fmla="*/ 1130019 w 1130018"/>
              <a:gd name="connsiteY3" fmla="*/ 1130019 h 2260037"/>
            </a:gdLst>
            <a:ahLst/>
            <a:cxnLst>
              <a:cxn ang="0">
                <a:pos x="connsiteX0" y="connsiteY0"/>
              </a:cxn>
              <a:cxn ang="0">
                <a:pos x="connsiteX1" y="connsiteY1"/>
              </a:cxn>
              <a:cxn ang="0">
                <a:pos x="connsiteX2" y="connsiteY2"/>
              </a:cxn>
              <a:cxn ang="0">
                <a:pos x="connsiteX3" y="connsiteY3"/>
              </a:cxn>
            </a:cxnLst>
            <a:rect l="l" t="t" r="r" b="b"/>
            <a:pathLst>
              <a:path w="1130018" h="2260037">
                <a:moveTo>
                  <a:pt x="1130019" y="1130019"/>
                </a:moveTo>
                <a:cubicBezTo>
                  <a:pt x="1130019" y="506044"/>
                  <a:pt x="623974" y="0"/>
                  <a:pt x="0" y="0"/>
                </a:cubicBezTo>
                <a:lnTo>
                  <a:pt x="0" y="2260038"/>
                </a:lnTo>
                <a:cubicBezTo>
                  <a:pt x="623974" y="2260038"/>
                  <a:pt x="1130019" y="1754287"/>
                  <a:pt x="1130019" y="1130019"/>
                </a:cubicBezTo>
                <a:close/>
              </a:path>
            </a:pathLst>
          </a:custGeom>
          <a:solidFill>
            <a:schemeClr val="accent6"/>
          </a:solidFill>
          <a:ln w="2934" cap="flat">
            <a:noFill/>
            <a:prstDash val="solid"/>
            <a:miter/>
          </a:ln>
        </p:spPr>
        <p:txBody>
          <a:bodyPr rtlCol="0" anchor="ctr"/>
          <a:lstStyle/>
          <a:p>
            <a:endParaRPr lang="zh-CN" altLang="en-US" sz="1350"/>
          </a:p>
        </p:txBody>
      </p:sp>
      <p:sp>
        <p:nvSpPr>
          <p:cNvPr id="47" name="任意多边形: 形状 81"/>
          <p:cNvSpPr/>
          <p:nvPr userDrawn="1">
            <p:custDataLst>
              <p:tags r:id="rId36"/>
            </p:custDataLst>
          </p:nvPr>
        </p:nvSpPr>
        <p:spPr>
          <a:xfrm>
            <a:off x="8217694" y="2721769"/>
            <a:ext cx="34766" cy="34766"/>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48" name="任意多边形: 形状 82"/>
          <p:cNvSpPr/>
          <p:nvPr userDrawn="1">
            <p:custDataLst>
              <p:tags r:id="rId37"/>
            </p:custDataLst>
          </p:nvPr>
        </p:nvSpPr>
        <p:spPr>
          <a:xfrm>
            <a:off x="8321516" y="2721769"/>
            <a:ext cx="34766" cy="34766"/>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49" name="任意多边形: 形状 83"/>
          <p:cNvSpPr/>
          <p:nvPr userDrawn="1">
            <p:custDataLst>
              <p:tags r:id="rId38"/>
            </p:custDataLst>
          </p:nvPr>
        </p:nvSpPr>
        <p:spPr>
          <a:xfrm>
            <a:off x="8424863" y="2721769"/>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50" name="任意多边形: 形状 84"/>
          <p:cNvSpPr/>
          <p:nvPr userDrawn="1">
            <p:custDataLst>
              <p:tags r:id="rId39"/>
            </p:custDataLst>
          </p:nvPr>
        </p:nvSpPr>
        <p:spPr>
          <a:xfrm>
            <a:off x="8528685" y="2721769"/>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51" name="任意多边形: 形状 85"/>
          <p:cNvSpPr/>
          <p:nvPr userDrawn="1">
            <p:custDataLst>
              <p:tags r:id="rId40"/>
            </p:custDataLst>
          </p:nvPr>
        </p:nvSpPr>
        <p:spPr>
          <a:xfrm>
            <a:off x="8632508" y="2721769"/>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52" name="任意多边形: 形状 86"/>
          <p:cNvSpPr/>
          <p:nvPr userDrawn="1">
            <p:custDataLst>
              <p:tags r:id="rId41"/>
            </p:custDataLst>
          </p:nvPr>
        </p:nvSpPr>
        <p:spPr>
          <a:xfrm>
            <a:off x="8736330" y="2721769"/>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53" name="任意多边形: 形状 87"/>
          <p:cNvSpPr/>
          <p:nvPr userDrawn="1">
            <p:custDataLst>
              <p:tags r:id="rId42"/>
            </p:custDataLst>
          </p:nvPr>
        </p:nvSpPr>
        <p:spPr>
          <a:xfrm>
            <a:off x="8217694" y="2921794"/>
            <a:ext cx="34766" cy="34766"/>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54" name="任意多边形: 形状 88"/>
          <p:cNvSpPr/>
          <p:nvPr userDrawn="1">
            <p:custDataLst>
              <p:tags r:id="rId43"/>
            </p:custDataLst>
          </p:nvPr>
        </p:nvSpPr>
        <p:spPr>
          <a:xfrm>
            <a:off x="8321516" y="2921794"/>
            <a:ext cx="34766" cy="34766"/>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55" name="任意多边形: 形状 89"/>
          <p:cNvSpPr/>
          <p:nvPr userDrawn="1">
            <p:custDataLst>
              <p:tags r:id="rId44"/>
            </p:custDataLst>
          </p:nvPr>
        </p:nvSpPr>
        <p:spPr>
          <a:xfrm>
            <a:off x="8424863" y="2921794"/>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56" name="任意多边形: 形状 90"/>
          <p:cNvSpPr/>
          <p:nvPr userDrawn="1">
            <p:custDataLst>
              <p:tags r:id="rId45"/>
            </p:custDataLst>
          </p:nvPr>
        </p:nvSpPr>
        <p:spPr>
          <a:xfrm>
            <a:off x="8528685" y="2921794"/>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57" name="任意多边形: 形状 91"/>
          <p:cNvSpPr/>
          <p:nvPr userDrawn="1">
            <p:custDataLst>
              <p:tags r:id="rId46"/>
            </p:custDataLst>
          </p:nvPr>
        </p:nvSpPr>
        <p:spPr>
          <a:xfrm>
            <a:off x="8632508" y="2921794"/>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58" name="任意多边形: 形状 92"/>
          <p:cNvSpPr/>
          <p:nvPr userDrawn="1">
            <p:custDataLst>
              <p:tags r:id="rId47"/>
            </p:custDataLst>
          </p:nvPr>
        </p:nvSpPr>
        <p:spPr>
          <a:xfrm>
            <a:off x="8736330" y="2921794"/>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59" name="任意多边形: 形状 93"/>
          <p:cNvSpPr/>
          <p:nvPr userDrawn="1">
            <p:custDataLst>
              <p:tags r:id="rId48"/>
            </p:custDataLst>
          </p:nvPr>
        </p:nvSpPr>
        <p:spPr>
          <a:xfrm>
            <a:off x="8217694" y="3121343"/>
            <a:ext cx="34766" cy="34766"/>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1"/>
                  <a:pt x="42830" y="55152"/>
                  <a:pt x="27576" y="55152"/>
                </a:cubicBezTo>
                <a:cubicBezTo>
                  <a:pt x="12028" y="55152"/>
                  <a:pt x="0" y="42831"/>
                  <a:pt x="0" y="27283"/>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60" name="任意多边形: 形状 94"/>
          <p:cNvSpPr/>
          <p:nvPr userDrawn="1">
            <p:custDataLst>
              <p:tags r:id="rId49"/>
            </p:custDataLst>
          </p:nvPr>
        </p:nvSpPr>
        <p:spPr>
          <a:xfrm>
            <a:off x="8321516" y="3121343"/>
            <a:ext cx="34766" cy="34766"/>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1"/>
                  <a:pt x="42830" y="55152"/>
                  <a:pt x="27576" y="55152"/>
                </a:cubicBezTo>
                <a:cubicBezTo>
                  <a:pt x="12028" y="55152"/>
                  <a:pt x="0" y="42831"/>
                  <a:pt x="0" y="27283"/>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61" name="任意多边形: 形状 95"/>
          <p:cNvSpPr/>
          <p:nvPr userDrawn="1">
            <p:custDataLst>
              <p:tags r:id="rId50"/>
            </p:custDataLst>
          </p:nvPr>
        </p:nvSpPr>
        <p:spPr>
          <a:xfrm>
            <a:off x="8424863" y="3121343"/>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62" name="任意多边形: 形状 96"/>
          <p:cNvSpPr/>
          <p:nvPr userDrawn="1">
            <p:custDataLst>
              <p:tags r:id="rId51"/>
            </p:custDataLst>
          </p:nvPr>
        </p:nvSpPr>
        <p:spPr>
          <a:xfrm>
            <a:off x="8528685" y="3121343"/>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63" name="任意多边形: 形状 97"/>
          <p:cNvSpPr/>
          <p:nvPr userDrawn="1">
            <p:custDataLst>
              <p:tags r:id="rId52"/>
            </p:custDataLst>
          </p:nvPr>
        </p:nvSpPr>
        <p:spPr>
          <a:xfrm>
            <a:off x="8632508" y="3121343"/>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64" name="任意多边形: 形状 98"/>
          <p:cNvSpPr/>
          <p:nvPr userDrawn="1">
            <p:custDataLst>
              <p:tags r:id="rId53"/>
            </p:custDataLst>
          </p:nvPr>
        </p:nvSpPr>
        <p:spPr>
          <a:xfrm>
            <a:off x="8736330" y="3121343"/>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65" name="任意多边形: 形状 99"/>
          <p:cNvSpPr/>
          <p:nvPr userDrawn="1">
            <p:custDataLst>
              <p:tags r:id="rId54"/>
            </p:custDataLst>
          </p:nvPr>
        </p:nvSpPr>
        <p:spPr>
          <a:xfrm>
            <a:off x="8217694" y="3321368"/>
            <a:ext cx="34766" cy="34766"/>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0"/>
                  <a:pt x="42830" y="55152"/>
                  <a:pt x="27576" y="55152"/>
                </a:cubicBezTo>
                <a:cubicBezTo>
                  <a:pt x="12028" y="55152"/>
                  <a:pt x="0" y="42830"/>
                  <a:pt x="0" y="27283"/>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66" name="任意多边形: 形状 100"/>
          <p:cNvSpPr/>
          <p:nvPr userDrawn="1">
            <p:custDataLst>
              <p:tags r:id="rId55"/>
            </p:custDataLst>
          </p:nvPr>
        </p:nvSpPr>
        <p:spPr>
          <a:xfrm>
            <a:off x="8321516" y="3321368"/>
            <a:ext cx="34766" cy="34766"/>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0"/>
                  <a:pt x="42830" y="55152"/>
                  <a:pt x="27576" y="55152"/>
                </a:cubicBezTo>
                <a:cubicBezTo>
                  <a:pt x="12028" y="55152"/>
                  <a:pt x="0" y="42830"/>
                  <a:pt x="0" y="27283"/>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67" name="任意多边形: 形状 101"/>
          <p:cNvSpPr/>
          <p:nvPr userDrawn="1">
            <p:custDataLst>
              <p:tags r:id="rId56"/>
            </p:custDataLst>
          </p:nvPr>
        </p:nvSpPr>
        <p:spPr>
          <a:xfrm>
            <a:off x="8424863" y="3321368"/>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68" name="任意多边形: 形状 102"/>
          <p:cNvSpPr/>
          <p:nvPr userDrawn="1">
            <p:custDataLst>
              <p:tags r:id="rId57"/>
            </p:custDataLst>
          </p:nvPr>
        </p:nvSpPr>
        <p:spPr>
          <a:xfrm>
            <a:off x="8528685" y="3321368"/>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69" name="任意多边形: 形状 103"/>
          <p:cNvSpPr/>
          <p:nvPr userDrawn="1">
            <p:custDataLst>
              <p:tags r:id="rId58"/>
            </p:custDataLst>
          </p:nvPr>
        </p:nvSpPr>
        <p:spPr>
          <a:xfrm>
            <a:off x="8632508" y="3321368"/>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70" name="任意多边形: 形状 104"/>
          <p:cNvSpPr/>
          <p:nvPr userDrawn="1">
            <p:custDataLst>
              <p:tags r:id="rId59"/>
            </p:custDataLst>
          </p:nvPr>
        </p:nvSpPr>
        <p:spPr>
          <a:xfrm>
            <a:off x="8736330" y="3321368"/>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1"/>
          </a:solidFill>
          <a:ln w="2934" cap="flat">
            <a:noFill/>
            <a:prstDash val="solid"/>
            <a:miter/>
          </a:ln>
        </p:spPr>
        <p:txBody>
          <a:bodyPr rtlCol="0" anchor="ctr"/>
          <a:lstStyle/>
          <a:p>
            <a:endParaRPr lang="zh-CN" altLang="en-US" sz="1350">
              <a:noFill/>
            </a:endParaRPr>
          </a:p>
        </p:txBody>
      </p:sp>
      <p:sp>
        <p:nvSpPr>
          <p:cNvPr id="2" name="标题 1"/>
          <p:cNvSpPr>
            <a:spLocks noGrp="1"/>
          </p:cNvSpPr>
          <p:nvPr>
            <p:ph type="ctrTitle" hasCustomPrompt="1"/>
            <p:custDataLst>
              <p:tags r:id="rId60"/>
            </p:custDataLst>
          </p:nvPr>
        </p:nvSpPr>
        <p:spPr>
          <a:xfrm>
            <a:off x="628650" y="2099250"/>
            <a:ext cx="7886700" cy="1350000"/>
          </a:xfrm>
        </p:spPr>
        <p:txBody>
          <a:bodyPr anchor="b">
            <a:normAutofit/>
          </a:bodyPr>
          <a:lstStyle>
            <a:lvl1pPr algn="ctr">
              <a:lnSpc>
                <a:spcPct val="100000"/>
              </a:lnSpc>
              <a:defRPr sz="4950"/>
            </a:lvl1pPr>
          </a:lstStyle>
          <a:p>
            <a:r>
              <a:rPr lang="zh-CN" altLang="en-US" dirty="0"/>
              <a:t>单击添加文档标题</a:t>
            </a:r>
            <a:endParaRPr lang="zh-CN" altLang="en-US" dirty="0"/>
          </a:p>
        </p:txBody>
      </p:sp>
      <p:sp>
        <p:nvSpPr>
          <p:cNvPr id="3" name="副标题 2"/>
          <p:cNvSpPr>
            <a:spLocks noGrp="1"/>
          </p:cNvSpPr>
          <p:nvPr>
            <p:ph type="subTitle" idx="1"/>
            <p:custDataLst>
              <p:tags r:id="rId61"/>
            </p:custDataLst>
          </p:nvPr>
        </p:nvSpPr>
        <p:spPr>
          <a:xfrm>
            <a:off x="628650" y="3636140"/>
            <a:ext cx="7886700" cy="650111"/>
          </a:xfrm>
        </p:spPr>
        <p:txBody>
          <a:bodyPr>
            <a:normAutofit/>
          </a:bodyPr>
          <a:lstStyle>
            <a:lvl1pPr marL="0" indent="0" algn="ctr">
              <a:lnSpc>
                <a:spcPct val="100000"/>
              </a:lnSpc>
              <a:buNone/>
              <a:defRPr sz="1350">
                <a:solidFill>
                  <a:schemeClr val="tx1">
                    <a:lumMod val="65000"/>
                    <a:lumOff val="3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endParaRPr lang="zh-CN" altLang="en-US" dirty="0"/>
          </a:p>
        </p:txBody>
      </p:sp>
      <p:sp>
        <p:nvSpPr>
          <p:cNvPr id="4" name="日期占位符 3"/>
          <p:cNvSpPr>
            <a:spLocks noGrp="1"/>
          </p:cNvSpPr>
          <p:nvPr>
            <p:ph type="dt" sz="half" idx="10"/>
            <p:custDataLst>
              <p:tags r:id="rId62"/>
            </p:custDataLst>
          </p:nvPr>
        </p:nvSpPr>
        <p:spPr/>
        <p:txBody>
          <a:bodyPr>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63"/>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64"/>
            </p:custDataLst>
          </p:nvPr>
        </p:nvSpPr>
        <p:spPr>
          <a:xfrm>
            <a:off x="6457950" y="5624513"/>
            <a:ext cx="2057400" cy="273844"/>
          </a:xfrm>
        </p:spPr>
        <p:txBody>
          <a:bodyPr>
            <a:normAutofit/>
          </a:bodyPr>
          <a:lstStyle/>
          <a:p>
            <a:fld id="{BE5F26B5-172A-4DC2-B0B7-181CFC56B87C}" type="slidenum">
              <a:rPr lang="zh-CN" altLang="en-US" smtClean="0"/>
            </a:fld>
            <a:endParaRPr lang="zh-CN" altLang="en-US"/>
          </a:p>
        </p:txBody>
      </p:sp>
      <p:sp>
        <p:nvSpPr>
          <p:cNvPr id="24" name="文本占位符 23"/>
          <p:cNvSpPr>
            <a:spLocks noGrp="1"/>
          </p:cNvSpPr>
          <p:nvPr>
            <p:ph type="body" sz="quarter" idx="17" hasCustomPrompt="1"/>
            <p:custDataLst>
              <p:tags r:id="rId65"/>
            </p:custDataLst>
          </p:nvPr>
        </p:nvSpPr>
        <p:spPr>
          <a:xfrm>
            <a:off x="3586231" y="4296878"/>
            <a:ext cx="2057400" cy="378000"/>
          </a:xfrm>
          <a:prstGeom prst="roundRect">
            <a:avLst>
              <a:gd name="adj" fmla="val 50000"/>
            </a:avLst>
          </a:prstGeom>
          <a:noFill/>
          <a:ln>
            <a:solidFill>
              <a:schemeClr val="accent1"/>
            </a:solidFill>
          </a:ln>
        </p:spPr>
        <p:txBody>
          <a:bodyPr anchor="ctr">
            <a:normAutofit/>
          </a:bodyPr>
          <a:lstStyle>
            <a:lvl1pPr marL="0" indent="0" algn="ctr">
              <a:lnSpc>
                <a:spcPct val="100000"/>
              </a:lnSpc>
              <a:buNone/>
              <a:defRPr sz="1050" b="1">
                <a:solidFill>
                  <a:schemeClr val="accent6"/>
                </a:solidFill>
              </a:defRPr>
            </a:lvl1pPr>
          </a:lstStyle>
          <a:p>
            <a:pPr lvl="0"/>
            <a:r>
              <a:rPr lang="zh-CN" altLang="en-US" dirty="0"/>
              <a:t>署名占位符</a:t>
            </a:r>
            <a:endParaRPr lang="zh-CN" altLang="en-US" dirty="0"/>
          </a:p>
        </p:txBody>
      </p:sp>
      <p:sp>
        <p:nvSpPr>
          <p:cNvPr id="74" name="文本占位符 9"/>
          <p:cNvSpPr>
            <a:spLocks noGrp="1"/>
          </p:cNvSpPr>
          <p:nvPr>
            <p:ph type="body" sz="quarter" idx="18" hasCustomPrompt="1"/>
            <p:custDataLst>
              <p:tags r:id="rId66"/>
            </p:custDataLst>
          </p:nvPr>
        </p:nvSpPr>
        <p:spPr>
          <a:xfrm>
            <a:off x="365078" y="1104899"/>
            <a:ext cx="1159926" cy="378000"/>
          </a:xfrm>
        </p:spPr>
        <p:txBody>
          <a:bodyPr anchor="ctr">
            <a:normAutofit/>
          </a:bodyPr>
          <a:lstStyle>
            <a:lvl1pPr marL="0" indent="0">
              <a:lnSpc>
                <a:spcPct val="100000"/>
              </a:lnSpc>
              <a:buNone/>
              <a:defRPr sz="900" b="1"/>
            </a:lvl1pPr>
          </a:lstStyle>
          <a:p>
            <a:pPr lvl="0"/>
            <a:r>
              <a:rPr lang="zh-CN" altLang="en-US" dirty="0"/>
              <a:t>公司名占位符</a:t>
            </a:r>
            <a:endParaRPr lang="zh-CN" altLang="en-US" dirty="0"/>
          </a:p>
        </p:txBody>
      </p:sp>
      <p:sp>
        <p:nvSpPr>
          <p:cNvPr id="75" name="文本占位符 13"/>
          <p:cNvSpPr>
            <a:spLocks noGrp="1"/>
          </p:cNvSpPr>
          <p:nvPr>
            <p:ph type="body" sz="quarter" idx="14" hasCustomPrompt="1"/>
            <p:custDataLst>
              <p:tags r:id="rId67"/>
            </p:custDataLst>
          </p:nvPr>
        </p:nvSpPr>
        <p:spPr>
          <a:xfrm>
            <a:off x="6618923" y="1101899"/>
            <a:ext cx="2160000" cy="378000"/>
          </a:xfrm>
        </p:spPr>
        <p:txBody>
          <a:bodyPr anchor="ctr">
            <a:normAutofit/>
          </a:bodyPr>
          <a:lstStyle>
            <a:lvl1pPr marL="0" indent="0" algn="r">
              <a:lnSpc>
                <a:spcPct val="100000"/>
              </a:lnSpc>
              <a:buNone/>
              <a:defRPr sz="900" b="1">
                <a:solidFill>
                  <a:schemeClr val="accent6"/>
                </a:solidFill>
              </a:defRPr>
            </a:lvl1pPr>
          </a:lstStyle>
          <a:p>
            <a:pPr lvl="0"/>
            <a:r>
              <a:rPr lang="zh-CN" altLang="en-US" dirty="0"/>
              <a:t>日期时间占位符</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目录">
    <p:bg>
      <p:bgPr>
        <a:solidFill>
          <a:schemeClr val="bg2"/>
        </a:solidFill>
        <a:effectLst/>
      </p:bgPr>
    </p:bg>
    <p:spTree>
      <p:nvGrpSpPr>
        <p:cNvPr id="1" name=""/>
        <p:cNvGrpSpPr/>
        <p:nvPr/>
      </p:nvGrpSpPr>
      <p:grpSpPr>
        <a:xfrm>
          <a:off x="0" y="0"/>
          <a:ext cx="0" cy="0"/>
          <a:chOff x="0" y="0"/>
          <a:chExt cx="0" cy="0"/>
        </a:xfrm>
      </p:grpSpPr>
      <p:sp>
        <p:nvSpPr>
          <p:cNvPr id="85" name="任意多边形: 形状 84"/>
          <p:cNvSpPr/>
          <p:nvPr userDrawn="1">
            <p:custDataLst>
              <p:tags r:id="rId2"/>
            </p:custDataLst>
          </p:nvPr>
        </p:nvSpPr>
        <p:spPr>
          <a:xfrm>
            <a:off x="0" y="1469195"/>
            <a:ext cx="2257865" cy="4299440"/>
          </a:xfrm>
          <a:custGeom>
            <a:avLst/>
            <a:gdLst>
              <a:gd name="connsiteX0" fmla="*/ 144194 w 3010487"/>
              <a:gd name="connsiteY0" fmla="*/ 0 h 5732586"/>
              <a:gd name="connsiteX1" fmla="*/ 3010487 w 3010487"/>
              <a:gd name="connsiteY1" fmla="*/ 2866293 h 5732586"/>
              <a:gd name="connsiteX2" fmla="*/ 144194 w 3010487"/>
              <a:gd name="connsiteY2" fmla="*/ 5732586 h 5732586"/>
              <a:gd name="connsiteX3" fmla="*/ 0 w 3010487"/>
              <a:gd name="connsiteY3" fmla="*/ 5728940 h 5732586"/>
              <a:gd name="connsiteX4" fmla="*/ 0 w 3010487"/>
              <a:gd name="connsiteY4" fmla="*/ 3646 h 5732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0487" h="5732586">
                <a:moveTo>
                  <a:pt x="144194" y="0"/>
                </a:moveTo>
                <a:cubicBezTo>
                  <a:pt x="1727204" y="0"/>
                  <a:pt x="3010487" y="1283283"/>
                  <a:pt x="3010487" y="2866293"/>
                </a:cubicBezTo>
                <a:cubicBezTo>
                  <a:pt x="3010487" y="4449303"/>
                  <a:pt x="1727204" y="5732586"/>
                  <a:pt x="144194" y="5732586"/>
                </a:cubicBezTo>
                <a:lnTo>
                  <a:pt x="0" y="5728940"/>
                </a:lnTo>
                <a:lnTo>
                  <a:pt x="0" y="3646"/>
                </a:lnTo>
                <a:close/>
              </a:path>
            </a:pathLst>
          </a:custGeom>
          <a:solidFill>
            <a:schemeClr val="accent6"/>
          </a:solidFill>
          <a:ln w="2934" cap="flat">
            <a:noFill/>
            <a:prstDash val="solid"/>
            <a:miter/>
          </a:ln>
        </p:spPr>
        <p:txBody>
          <a:bodyPr rot="0" spcFirstLastPara="0" vertOverflow="overflow" horzOverflow="overflow" vert="horz" wrap="square" lIns="68580" tIns="34290" rIns="68580" bIns="34290" numCol="1" spcCol="0" rtlCol="0" fromWordArt="0" anchor="ctr" anchorCtr="0" forceAA="0" compatLnSpc="1">
            <a:noAutofit/>
          </a:bodyPr>
          <a:lstStyle/>
          <a:p>
            <a:endParaRPr lang="zh-CN" altLang="en-US" sz="1350">
              <a:solidFill>
                <a:schemeClr val="tx1"/>
              </a:solidFill>
            </a:endParaRPr>
          </a:p>
        </p:txBody>
      </p:sp>
      <p:sp>
        <p:nvSpPr>
          <p:cNvPr id="109" name="任意多边形: 形状 108"/>
          <p:cNvSpPr/>
          <p:nvPr userDrawn="1">
            <p:custDataLst>
              <p:tags r:id="rId3"/>
            </p:custDataLst>
          </p:nvPr>
        </p:nvSpPr>
        <p:spPr>
          <a:xfrm>
            <a:off x="764858" y="477916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10" name="任意多边形: 形状 109"/>
          <p:cNvSpPr/>
          <p:nvPr userDrawn="1">
            <p:custDataLst>
              <p:tags r:id="rId4"/>
            </p:custDataLst>
          </p:nvPr>
        </p:nvSpPr>
        <p:spPr>
          <a:xfrm>
            <a:off x="927735" y="477916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11" name="任意多边形: 形状 110"/>
          <p:cNvSpPr/>
          <p:nvPr userDrawn="1">
            <p:custDataLst>
              <p:tags r:id="rId5"/>
            </p:custDataLst>
          </p:nvPr>
        </p:nvSpPr>
        <p:spPr>
          <a:xfrm>
            <a:off x="1091089" y="477916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12" name="任意多边形: 形状 111"/>
          <p:cNvSpPr/>
          <p:nvPr userDrawn="1">
            <p:custDataLst>
              <p:tags r:id="rId6"/>
            </p:custDataLst>
          </p:nvPr>
        </p:nvSpPr>
        <p:spPr>
          <a:xfrm>
            <a:off x="1254443" y="477916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13" name="任意多边形: 形状 112"/>
          <p:cNvSpPr/>
          <p:nvPr userDrawn="1">
            <p:custDataLst>
              <p:tags r:id="rId7"/>
            </p:custDataLst>
          </p:nvPr>
        </p:nvSpPr>
        <p:spPr>
          <a:xfrm>
            <a:off x="1417320" y="477916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14" name="任意多边形: 形状 113"/>
          <p:cNvSpPr/>
          <p:nvPr userDrawn="1">
            <p:custDataLst>
              <p:tags r:id="rId8"/>
            </p:custDataLst>
          </p:nvPr>
        </p:nvSpPr>
        <p:spPr>
          <a:xfrm>
            <a:off x="1580674" y="477916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03" name="任意多边形: 形状 102"/>
          <p:cNvSpPr/>
          <p:nvPr userDrawn="1">
            <p:custDataLst>
              <p:tags r:id="rId9"/>
            </p:custDataLst>
          </p:nvPr>
        </p:nvSpPr>
        <p:spPr>
          <a:xfrm>
            <a:off x="764858" y="499633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04" name="任意多边形: 形状 103"/>
          <p:cNvSpPr/>
          <p:nvPr userDrawn="1">
            <p:custDataLst>
              <p:tags r:id="rId10"/>
            </p:custDataLst>
          </p:nvPr>
        </p:nvSpPr>
        <p:spPr>
          <a:xfrm>
            <a:off x="927735" y="499633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05" name="任意多边形: 形状 104"/>
          <p:cNvSpPr/>
          <p:nvPr userDrawn="1">
            <p:custDataLst>
              <p:tags r:id="rId11"/>
            </p:custDataLst>
          </p:nvPr>
        </p:nvSpPr>
        <p:spPr>
          <a:xfrm>
            <a:off x="1091089" y="499633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06" name="任意多边形: 形状 105"/>
          <p:cNvSpPr/>
          <p:nvPr userDrawn="1">
            <p:custDataLst>
              <p:tags r:id="rId12"/>
            </p:custDataLst>
          </p:nvPr>
        </p:nvSpPr>
        <p:spPr>
          <a:xfrm>
            <a:off x="1254443" y="499633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07" name="任意多边形: 形状 106"/>
          <p:cNvSpPr/>
          <p:nvPr userDrawn="1">
            <p:custDataLst>
              <p:tags r:id="rId13"/>
            </p:custDataLst>
          </p:nvPr>
        </p:nvSpPr>
        <p:spPr>
          <a:xfrm>
            <a:off x="1417320" y="499633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08" name="任意多边形: 形状 107"/>
          <p:cNvSpPr/>
          <p:nvPr userDrawn="1">
            <p:custDataLst>
              <p:tags r:id="rId14"/>
            </p:custDataLst>
          </p:nvPr>
        </p:nvSpPr>
        <p:spPr>
          <a:xfrm>
            <a:off x="1580674" y="499633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97" name="任意多边形: 形状 96"/>
          <p:cNvSpPr/>
          <p:nvPr userDrawn="1">
            <p:custDataLst>
              <p:tags r:id="rId15"/>
            </p:custDataLst>
          </p:nvPr>
        </p:nvSpPr>
        <p:spPr>
          <a:xfrm>
            <a:off x="764858" y="5222558"/>
            <a:ext cx="54769" cy="54769"/>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98" name="任意多边形: 形状 97"/>
          <p:cNvSpPr/>
          <p:nvPr userDrawn="1">
            <p:custDataLst>
              <p:tags r:id="rId16"/>
            </p:custDataLst>
          </p:nvPr>
        </p:nvSpPr>
        <p:spPr>
          <a:xfrm>
            <a:off x="927735" y="5222558"/>
            <a:ext cx="54769" cy="54769"/>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99" name="任意多边形: 形状 98"/>
          <p:cNvSpPr/>
          <p:nvPr userDrawn="1">
            <p:custDataLst>
              <p:tags r:id="rId17"/>
            </p:custDataLst>
          </p:nvPr>
        </p:nvSpPr>
        <p:spPr>
          <a:xfrm>
            <a:off x="1091089" y="5222558"/>
            <a:ext cx="54769" cy="54769"/>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00" name="任意多边形: 形状 99"/>
          <p:cNvSpPr/>
          <p:nvPr userDrawn="1">
            <p:custDataLst>
              <p:tags r:id="rId18"/>
            </p:custDataLst>
          </p:nvPr>
        </p:nvSpPr>
        <p:spPr>
          <a:xfrm>
            <a:off x="1254443" y="5222558"/>
            <a:ext cx="54769" cy="54769"/>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01" name="任意多边形: 形状 100"/>
          <p:cNvSpPr/>
          <p:nvPr userDrawn="1">
            <p:custDataLst>
              <p:tags r:id="rId19"/>
            </p:custDataLst>
          </p:nvPr>
        </p:nvSpPr>
        <p:spPr>
          <a:xfrm>
            <a:off x="1417320" y="5222558"/>
            <a:ext cx="54769" cy="54769"/>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02" name="任意多边形: 形状 101"/>
          <p:cNvSpPr/>
          <p:nvPr userDrawn="1">
            <p:custDataLst>
              <p:tags r:id="rId20"/>
            </p:custDataLst>
          </p:nvPr>
        </p:nvSpPr>
        <p:spPr>
          <a:xfrm>
            <a:off x="1580674" y="5222558"/>
            <a:ext cx="54769" cy="54769"/>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91" name="任意多边形: 形状 90"/>
          <p:cNvSpPr/>
          <p:nvPr userDrawn="1">
            <p:custDataLst>
              <p:tags r:id="rId21"/>
            </p:custDataLst>
          </p:nvPr>
        </p:nvSpPr>
        <p:spPr>
          <a:xfrm>
            <a:off x="764858" y="5448300"/>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92" name="任意多边形: 形状 91"/>
          <p:cNvSpPr/>
          <p:nvPr userDrawn="1">
            <p:custDataLst>
              <p:tags r:id="rId22"/>
            </p:custDataLst>
          </p:nvPr>
        </p:nvSpPr>
        <p:spPr>
          <a:xfrm>
            <a:off x="927735" y="5448300"/>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93" name="任意多边形: 形状 92"/>
          <p:cNvSpPr/>
          <p:nvPr userDrawn="1">
            <p:custDataLst>
              <p:tags r:id="rId23"/>
            </p:custDataLst>
          </p:nvPr>
        </p:nvSpPr>
        <p:spPr>
          <a:xfrm>
            <a:off x="1091089" y="5448300"/>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94" name="任意多边形: 形状 93"/>
          <p:cNvSpPr/>
          <p:nvPr userDrawn="1">
            <p:custDataLst>
              <p:tags r:id="rId24"/>
            </p:custDataLst>
          </p:nvPr>
        </p:nvSpPr>
        <p:spPr>
          <a:xfrm>
            <a:off x="1254443" y="5448300"/>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95" name="任意多边形: 形状 94"/>
          <p:cNvSpPr/>
          <p:nvPr userDrawn="1">
            <p:custDataLst>
              <p:tags r:id="rId25"/>
            </p:custDataLst>
          </p:nvPr>
        </p:nvSpPr>
        <p:spPr>
          <a:xfrm>
            <a:off x="1417320" y="5448300"/>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96" name="任意多边形: 形状 95"/>
          <p:cNvSpPr/>
          <p:nvPr userDrawn="1">
            <p:custDataLst>
              <p:tags r:id="rId26"/>
            </p:custDataLst>
          </p:nvPr>
        </p:nvSpPr>
        <p:spPr>
          <a:xfrm>
            <a:off x="1580674" y="5448300"/>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16" name="任意多边形: 形状 115"/>
          <p:cNvSpPr/>
          <p:nvPr>
            <p:custDataLst>
              <p:tags r:id="rId27"/>
            </p:custDataLst>
          </p:nvPr>
        </p:nvSpPr>
        <p:spPr>
          <a:xfrm>
            <a:off x="8162274" y="4978055"/>
            <a:ext cx="981726" cy="1022695"/>
          </a:xfrm>
          <a:custGeom>
            <a:avLst/>
            <a:gdLst>
              <a:gd name="connsiteX0" fmla="*/ 672905 w 1308968"/>
              <a:gd name="connsiteY0" fmla="*/ 0 h 1363593"/>
              <a:gd name="connsiteX1" fmla="*/ 1292915 w 1308968"/>
              <a:gd name="connsiteY1" fmla="*/ 416454 h 1363593"/>
              <a:gd name="connsiteX2" fmla="*/ 1308968 w 1308968"/>
              <a:gd name="connsiteY2" fmla="*/ 468831 h 1363593"/>
              <a:gd name="connsiteX3" fmla="*/ 1308968 w 1308968"/>
              <a:gd name="connsiteY3" fmla="*/ 1363593 h 1363593"/>
              <a:gd name="connsiteX4" fmla="*/ 0 w 1308968"/>
              <a:gd name="connsiteY4" fmla="*/ 1363593 h 1363593"/>
              <a:gd name="connsiteX5" fmla="*/ 0 w 1308968"/>
              <a:gd name="connsiteY5" fmla="*/ 681797 h 1363593"/>
              <a:gd name="connsiteX6" fmla="*/ 672905 w 1308968"/>
              <a:gd name="connsiteY6" fmla="*/ 0 h 1363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8968" h="1363593">
                <a:moveTo>
                  <a:pt x="672905" y="0"/>
                </a:moveTo>
                <a:cubicBezTo>
                  <a:pt x="951555" y="0"/>
                  <a:pt x="1190739" y="171761"/>
                  <a:pt x="1292915" y="416454"/>
                </a:cubicBezTo>
                <a:lnTo>
                  <a:pt x="1308968" y="468831"/>
                </a:lnTo>
                <a:lnTo>
                  <a:pt x="1308968" y="1363593"/>
                </a:lnTo>
                <a:lnTo>
                  <a:pt x="0" y="1363593"/>
                </a:lnTo>
                <a:lnTo>
                  <a:pt x="0" y="681797"/>
                </a:lnTo>
                <a:cubicBezTo>
                  <a:pt x="0" y="305353"/>
                  <a:pt x="301371" y="0"/>
                  <a:pt x="672905" y="0"/>
                </a:cubicBezTo>
                <a:close/>
              </a:path>
            </a:pathLst>
          </a:custGeom>
          <a:solidFill>
            <a:schemeClr val="accent1">
              <a:lumMod val="60000"/>
              <a:lumOff val="40000"/>
            </a:schemeClr>
          </a:solidFill>
          <a:ln w="2934" cap="flat">
            <a:noFill/>
            <a:prstDash val="solid"/>
            <a:miter/>
          </a:ln>
        </p:spPr>
        <p:txBody>
          <a:bodyPr wrap="square" rtlCol="0" anchor="ctr">
            <a:noAutofit/>
          </a:bodyPr>
          <a:lstStyle/>
          <a:p>
            <a:endParaRPr lang="zh-CN" altLang="en-US" sz="1350"/>
          </a:p>
        </p:txBody>
      </p:sp>
      <p:sp>
        <p:nvSpPr>
          <p:cNvPr id="117" name="任意多边形: 形状 116"/>
          <p:cNvSpPr/>
          <p:nvPr>
            <p:custDataLst>
              <p:tags r:id="rId28"/>
            </p:custDataLst>
          </p:nvPr>
        </p:nvSpPr>
        <p:spPr>
          <a:xfrm>
            <a:off x="7877404" y="5677490"/>
            <a:ext cx="647069" cy="323534"/>
          </a:xfrm>
          <a:custGeom>
            <a:avLst/>
            <a:gdLst>
              <a:gd name="connsiteX0" fmla="*/ 523059 w 1046117"/>
              <a:gd name="connsiteY0" fmla="*/ 0 h 523058"/>
              <a:gd name="connsiteX1" fmla="*/ 0 w 1046117"/>
              <a:gd name="connsiteY1" fmla="*/ 523059 h 523058"/>
              <a:gd name="connsiteX2" fmla="*/ 1046118 w 1046117"/>
              <a:gd name="connsiteY2" fmla="*/ 523059 h 523058"/>
              <a:gd name="connsiteX3" fmla="*/ 523059 w 1046117"/>
              <a:gd name="connsiteY3" fmla="*/ 0 h 523058"/>
            </a:gdLst>
            <a:ahLst/>
            <a:cxnLst>
              <a:cxn ang="0">
                <a:pos x="connsiteX0" y="connsiteY0"/>
              </a:cxn>
              <a:cxn ang="0">
                <a:pos x="connsiteX1" y="connsiteY1"/>
              </a:cxn>
              <a:cxn ang="0">
                <a:pos x="connsiteX2" y="connsiteY2"/>
              </a:cxn>
              <a:cxn ang="0">
                <a:pos x="connsiteX3" y="connsiteY3"/>
              </a:cxn>
            </a:cxnLst>
            <a:rect l="l" t="t" r="r" b="b"/>
            <a:pathLst>
              <a:path w="1046117" h="523058">
                <a:moveTo>
                  <a:pt x="523059" y="0"/>
                </a:moveTo>
                <a:cubicBezTo>
                  <a:pt x="234100" y="0"/>
                  <a:pt x="0" y="234100"/>
                  <a:pt x="0" y="523059"/>
                </a:cubicBezTo>
                <a:lnTo>
                  <a:pt x="1046118" y="523059"/>
                </a:lnTo>
                <a:cubicBezTo>
                  <a:pt x="1045825" y="234100"/>
                  <a:pt x="811724" y="0"/>
                  <a:pt x="523059" y="0"/>
                </a:cubicBezTo>
                <a:close/>
              </a:path>
            </a:pathLst>
          </a:custGeom>
          <a:solidFill>
            <a:schemeClr val="accent6"/>
          </a:solidFill>
          <a:ln w="2934" cap="flat">
            <a:noFill/>
            <a:prstDash val="solid"/>
            <a:miter/>
          </a:ln>
        </p:spPr>
        <p:txBody>
          <a:bodyPr rtlCol="0" anchor="ctr"/>
          <a:lstStyle/>
          <a:p>
            <a:endParaRPr lang="zh-CN" altLang="en-US" sz="1350"/>
          </a:p>
        </p:txBody>
      </p:sp>
      <p:cxnSp>
        <p:nvCxnSpPr>
          <p:cNvPr id="124" name="直接连接符 123"/>
          <p:cNvCxnSpPr/>
          <p:nvPr>
            <p:custDataLst>
              <p:tags r:id="rId29"/>
            </p:custDataLst>
          </p:nvPr>
        </p:nvCxnSpPr>
        <p:spPr>
          <a:xfrm>
            <a:off x="3502855" y="4975738"/>
            <a:ext cx="4642339"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hasCustomPrompt="1"/>
            <p:custDataLst>
              <p:tags r:id="rId30"/>
            </p:custDataLst>
          </p:nvPr>
        </p:nvSpPr>
        <p:spPr>
          <a:xfrm>
            <a:off x="54780" y="2556826"/>
            <a:ext cx="1525809" cy="2016598"/>
          </a:xfrm>
        </p:spPr>
        <p:txBody>
          <a:bodyPr anchor="ctr">
            <a:noAutofit/>
          </a:bodyPr>
          <a:lstStyle>
            <a:lvl1pPr algn="r">
              <a:defRPr sz="5400">
                <a:solidFill>
                  <a:schemeClr val="bg1"/>
                </a:solidFill>
              </a:defRPr>
            </a:lvl1pPr>
          </a:lstStyle>
          <a:p>
            <a:r>
              <a:rPr lang="zh-CN" altLang="en-US" dirty="0"/>
              <a:t>标</a:t>
            </a:r>
            <a:br>
              <a:rPr lang="en-US" altLang="zh-CN" dirty="0"/>
            </a:br>
            <a:r>
              <a:rPr lang="zh-CN" altLang="en-US" dirty="0"/>
              <a:t>题</a:t>
            </a:r>
            <a:endParaRPr lang="zh-CN" altLang="en-US" dirty="0"/>
          </a:p>
        </p:txBody>
      </p:sp>
      <p:sp>
        <p:nvSpPr>
          <p:cNvPr id="7" name="日期占位符 6"/>
          <p:cNvSpPr>
            <a:spLocks noGrp="1"/>
          </p:cNvSpPr>
          <p:nvPr>
            <p:ph type="dt" sz="half" idx="10"/>
            <p:custDataLst>
              <p:tags r:id="rId31"/>
            </p:custDataLst>
          </p:nvPr>
        </p:nvSpPr>
        <p:spPr/>
        <p:txBody>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32"/>
            </p:custDataLst>
          </p:nvPr>
        </p:nvSpPr>
        <p:spPr/>
        <p:txBody>
          <a:bodyPr/>
          <a:lstStyle/>
          <a:p>
            <a:endParaRPr lang="zh-CN" altLang="en-US"/>
          </a:p>
        </p:txBody>
      </p:sp>
      <p:sp>
        <p:nvSpPr>
          <p:cNvPr id="9" name="灯片编号占位符 8"/>
          <p:cNvSpPr>
            <a:spLocks noGrp="1"/>
          </p:cNvSpPr>
          <p:nvPr>
            <p:ph type="sldNum" sz="quarter" idx="12"/>
            <p:custDataLst>
              <p:tags r:id="rId33"/>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9" name="任意多边形: 形状 8"/>
          <p:cNvSpPr/>
          <p:nvPr userDrawn="1">
            <p:custDataLst>
              <p:tags r:id="rId2"/>
            </p:custDataLst>
          </p:nvPr>
        </p:nvSpPr>
        <p:spPr>
          <a:xfrm>
            <a:off x="7011027" y="1469619"/>
            <a:ext cx="2132973" cy="4298593"/>
          </a:xfrm>
          <a:custGeom>
            <a:avLst/>
            <a:gdLst>
              <a:gd name="connsiteX0" fmla="*/ 2843964 w 2843964"/>
              <a:gd name="connsiteY0" fmla="*/ 0 h 5731457"/>
              <a:gd name="connsiteX1" fmla="*/ 2843964 w 2843964"/>
              <a:gd name="connsiteY1" fmla="*/ 5731457 h 5731457"/>
              <a:gd name="connsiteX2" fmla="*/ 2718794 w 2843964"/>
              <a:gd name="connsiteY2" fmla="*/ 5728292 h 5731457"/>
              <a:gd name="connsiteX3" fmla="*/ 0 w 2843964"/>
              <a:gd name="connsiteY3" fmla="*/ 2865728 h 5731457"/>
              <a:gd name="connsiteX4" fmla="*/ 2718794 w 2843964"/>
              <a:gd name="connsiteY4" fmla="*/ 3165 h 57314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3964" h="5731457">
                <a:moveTo>
                  <a:pt x="2843964" y="0"/>
                </a:moveTo>
                <a:lnTo>
                  <a:pt x="2843964" y="5731457"/>
                </a:lnTo>
                <a:lnTo>
                  <a:pt x="2718794" y="5728292"/>
                </a:lnTo>
                <a:cubicBezTo>
                  <a:pt x="1204331" y="5651523"/>
                  <a:pt x="0" y="4399269"/>
                  <a:pt x="0" y="2865728"/>
                </a:cubicBezTo>
                <a:cubicBezTo>
                  <a:pt x="0" y="1332187"/>
                  <a:pt x="1204331" y="79933"/>
                  <a:pt x="2718794" y="3165"/>
                </a:cubicBezTo>
                <a:close/>
              </a:path>
            </a:pathLst>
          </a:custGeom>
          <a:solidFill>
            <a:schemeClr val="accent6"/>
          </a:solidFill>
          <a:ln w="2934" cap="flat">
            <a:noFill/>
            <a:prstDash val="solid"/>
            <a:miter/>
          </a:ln>
        </p:spPr>
        <p:txBody>
          <a:bodyPr rot="0" spcFirstLastPara="0" vertOverflow="overflow" horzOverflow="overflow" vert="horz" wrap="square" lIns="68580" tIns="34290" rIns="68580" bIns="34290" numCol="1" spcCol="0" rtlCol="0" fromWordArt="0" anchor="ctr" anchorCtr="0" forceAA="0" compatLnSpc="1">
            <a:noAutofit/>
          </a:bodyPr>
          <a:lstStyle/>
          <a:p>
            <a:endParaRPr lang="zh-CN" altLang="en-US" sz="1350" dirty="0">
              <a:solidFill>
                <a:schemeClr val="tx1"/>
              </a:solidFill>
            </a:endParaRPr>
          </a:p>
        </p:txBody>
      </p:sp>
      <p:sp>
        <p:nvSpPr>
          <p:cNvPr id="33" name="任意多边形: 形状 32"/>
          <p:cNvSpPr/>
          <p:nvPr userDrawn="1">
            <p:custDataLst>
              <p:tags r:id="rId3"/>
            </p:custDataLst>
          </p:nvPr>
        </p:nvSpPr>
        <p:spPr>
          <a:xfrm>
            <a:off x="7541419" y="477916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34" name="任意多边形: 形状 33"/>
          <p:cNvSpPr/>
          <p:nvPr userDrawn="1">
            <p:custDataLst>
              <p:tags r:id="rId4"/>
            </p:custDataLst>
          </p:nvPr>
        </p:nvSpPr>
        <p:spPr>
          <a:xfrm>
            <a:off x="7704773" y="477916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35" name="任意多边形: 形状 34"/>
          <p:cNvSpPr/>
          <p:nvPr userDrawn="1">
            <p:custDataLst>
              <p:tags r:id="rId5"/>
            </p:custDataLst>
          </p:nvPr>
        </p:nvSpPr>
        <p:spPr>
          <a:xfrm>
            <a:off x="7867650" y="477916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36" name="任意多边形: 形状 35"/>
          <p:cNvSpPr/>
          <p:nvPr userDrawn="1">
            <p:custDataLst>
              <p:tags r:id="rId6"/>
            </p:custDataLst>
          </p:nvPr>
        </p:nvSpPr>
        <p:spPr>
          <a:xfrm>
            <a:off x="8031004" y="477916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37" name="任意多边形: 形状 36"/>
          <p:cNvSpPr/>
          <p:nvPr userDrawn="1">
            <p:custDataLst>
              <p:tags r:id="rId7"/>
            </p:custDataLst>
          </p:nvPr>
        </p:nvSpPr>
        <p:spPr>
          <a:xfrm>
            <a:off x="8193881" y="477916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38" name="任意多边形: 形状 37"/>
          <p:cNvSpPr/>
          <p:nvPr userDrawn="1">
            <p:custDataLst>
              <p:tags r:id="rId8"/>
            </p:custDataLst>
          </p:nvPr>
        </p:nvSpPr>
        <p:spPr>
          <a:xfrm>
            <a:off x="8357235" y="477916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1"/>
                  <a:pt x="42830" y="55151"/>
                  <a:pt x="27575" y="55151"/>
                </a:cubicBezTo>
                <a:cubicBezTo>
                  <a:pt x="12027" y="55151"/>
                  <a:pt x="0" y="42537"/>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27" name="任意多边形: 形状 26"/>
          <p:cNvSpPr/>
          <p:nvPr userDrawn="1">
            <p:custDataLst>
              <p:tags r:id="rId9"/>
            </p:custDataLst>
          </p:nvPr>
        </p:nvSpPr>
        <p:spPr>
          <a:xfrm>
            <a:off x="7541419" y="499633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28" name="任意多边形: 形状 27"/>
          <p:cNvSpPr/>
          <p:nvPr userDrawn="1">
            <p:custDataLst>
              <p:tags r:id="rId10"/>
            </p:custDataLst>
          </p:nvPr>
        </p:nvSpPr>
        <p:spPr>
          <a:xfrm>
            <a:off x="7704773" y="499633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29" name="任意多边形: 形状 28"/>
          <p:cNvSpPr/>
          <p:nvPr userDrawn="1">
            <p:custDataLst>
              <p:tags r:id="rId11"/>
            </p:custDataLst>
          </p:nvPr>
        </p:nvSpPr>
        <p:spPr>
          <a:xfrm>
            <a:off x="7867650" y="499633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30" name="任意多边形: 形状 29"/>
          <p:cNvSpPr/>
          <p:nvPr userDrawn="1">
            <p:custDataLst>
              <p:tags r:id="rId12"/>
            </p:custDataLst>
          </p:nvPr>
        </p:nvSpPr>
        <p:spPr>
          <a:xfrm>
            <a:off x="8031004" y="499633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31" name="任意多边形: 形状 30"/>
          <p:cNvSpPr/>
          <p:nvPr userDrawn="1">
            <p:custDataLst>
              <p:tags r:id="rId13"/>
            </p:custDataLst>
          </p:nvPr>
        </p:nvSpPr>
        <p:spPr>
          <a:xfrm>
            <a:off x="8193881" y="499633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32" name="任意多边形: 形状 31"/>
          <p:cNvSpPr/>
          <p:nvPr userDrawn="1">
            <p:custDataLst>
              <p:tags r:id="rId14"/>
            </p:custDataLst>
          </p:nvPr>
        </p:nvSpPr>
        <p:spPr>
          <a:xfrm>
            <a:off x="8357235" y="4996339"/>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21" name="任意多边形: 形状 20"/>
          <p:cNvSpPr/>
          <p:nvPr userDrawn="1">
            <p:custDataLst>
              <p:tags r:id="rId15"/>
            </p:custDataLst>
          </p:nvPr>
        </p:nvSpPr>
        <p:spPr>
          <a:xfrm>
            <a:off x="7541419" y="5222558"/>
            <a:ext cx="54769" cy="54769"/>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22" name="任意多边形: 形状 21"/>
          <p:cNvSpPr/>
          <p:nvPr userDrawn="1">
            <p:custDataLst>
              <p:tags r:id="rId16"/>
            </p:custDataLst>
          </p:nvPr>
        </p:nvSpPr>
        <p:spPr>
          <a:xfrm>
            <a:off x="7704773" y="5222558"/>
            <a:ext cx="54769" cy="54769"/>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23" name="任意多边形: 形状 22"/>
          <p:cNvSpPr/>
          <p:nvPr userDrawn="1">
            <p:custDataLst>
              <p:tags r:id="rId17"/>
            </p:custDataLst>
          </p:nvPr>
        </p:nvSpPr>
        <p:spPr>
          <a:xfrm>
            <a:off x="7867650" y="5222558"/>
            <a:ext cx="54769" cy="54769"/>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24" name="任意多边形: 形状 23"/>
          <p:cNvSpPr/>
          <p:nvPr userDrawn="1">
            <p:custDataLst>
              <p:tags r:id="rId18"/>
            </p:custDataLst>
          </p:nvPr>
        </p:nvSpPr>
        <p:spPr>
          <a:xfrm>
            <a:off x="8031004" y="5222558"/>
            <a:ext cx="54769" cy="54769"/>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25" name="任意多边形: 形状 24"/>
          <p:cNvSpPr/>
          <p:nvPr userDrawn="1">
            <p:custDataLst>
              <p:tags r:id="rId19"/>
            </p:custDataLst>
          </p:nvPr>
        </p:nvSpPr>
        <p:spPr>
          <a:xfrm>
            <a:off x="8193881" y="5222558"/>
            <a:ext cx="54769" cy="54769"/>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26" name="任意多边形: 形状 25"/>
          <p:cNvSpPr/>
          <p:nvPr userDrawn="1">
            <p:custDataLst>
              <p:tags r:id="rId20"/>
            </p:custDataLst>
          </p:nvPr>
        </p:nvSpPr>
        <p:spPr>
          <a:xfrm>
            <a:off x="8357235" y="5222558"/>
            <a:ext cx="54769" cy="54769"/>
          </a:xfrm>
          <a:custGeom>
            <a:avLst/>
            <a:gdLst>
              <a:gd name="connsiteX0" fmla="*/ 0 w 55150"/>
              <a:gd name="connsiteY0" fmla="*/ 27283 h 55151"/>
              <a:gd name="connsiteX1" fmla="*/ 27575 w 55150"/>
              <a:gd name="connsiteY1" fmla="*/ 0 h 55151"/>
              <a:gd name="connsiteX2" fmla="*/ 55151 w 55150"/>
              <a:gd name="connsiteY2" fmla="*/ 27283 h 55151"/>
              <a:gd name="connsiteX3" fmla="*/ 27575 w 55150"/>
              <a:gd name="connsiteY3" fmla="*/ 55152 h 55151"/>
              <a:gd name="connsiteX4" fmla="*/ 0 w 55150"/>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3"/>
                </a:moveTo>
                <a:cubicBezTo>
                  <a:pt x="0" y="12028"/>
                  <a:pt x="12027" y="0"/>
                  <a:pt x="27575" y="0"/>
                </a:cubicBezTo>
                <a:cubicBezTo>
                  <a:pt x="42830" y="0"/>
                  <a:pt x="55151" y="12028"/>
                  <a:pt x="55151" y="27283"/>
                </a:cubicBezTo>
                <a:cubicBezTo>
                  <a:pt x="55151" y="42831"/>
                  <a:pt x="42830" y="55152"/>
                  <a:pt x="27575" y="55152"/>
                </a:cubicBezTo>
                <a:cubicBezTo>
                  <a:pt x="12027" y="55152"/>
                  <a:pt x="0" y="42831"/>
                  <a:pt x="0" y="27283"/>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5" name="任意多边形: 形状 14"/>
          <p:cNvSpPr/>
          <p:nvPr userDrawn="1">
            <p:custDataLst>
              <p:tags r:id="rId21"/>
            </p:custDataLst>
          </p:nvPr>
        </p:nvSpPr>
        <p:spPr>
          <a:xfrm>
            <a:off x="7541419" y="5448300"/>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6" name="任意多边形: 形状 15"/>
          <p:cNvSpPr/>
          <p:nvPr userDrawn="1">
            <p:custDataLst>
              <p:tags r:id="rId22"/>
            </p:custDataLst>
          </p:nvPr>
        </p:nvSpPr>
        <p:spPr>
          <a:xfrm>
            <a:off x="7704773" y="5448300"/>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7" name="任意多边形: 形状 16"/>
          <p:cNvSpPr/>
          <p:nvPr userDrawn="1">
            <p:custDataLst>
              <p:tags r:id="rId23"/>
            </p:custDataLst>
          </p:nvPr>
        </p:nvSpPr>
        <p:spPr>
          <a:xfrm>
            <a:off x="7867650" y="5448300"/>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8" name="任意多边形: 形状 17"/>
          <p:cNvSpPr/>
          <p:nvPr userDrawn="1">
            <p:custDataLst>
              <p:tags r:id="rId24"/>
            </p:custDataLst>
          </p:nvPr>
        </p:nvSpPr>
        <p:spPr>
          <a:xfrm>
            <a:off x="8031004" y="5448300"/>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19" name="任意多边形: 形状 18"/>
          <p:cNvSpPr/>
          <p:nvPr userDrawn="1">
            <p:custDataLst>
              <p:tags r:id="rId25"/>
            </p:custDataLst>
          </p:nvPr>
        </p:nvSpPr>
        <p:spPr>
          <a:xfrm>
            <a:off x="8193881" y="5448300"/>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20" name="任意多边形: 形状 19"/>
          <p:cNvSpPr/>
          <p:nvPr userDrawn="1">
            <p:custDataLst>
              <p:tags r:id="rId26"/>
            </p:custDataLst>
          </p:nvPr>
        </p:nvSpPr>
        <p:spPr>
          <a:xfrm>
            <a:off x="8357235" y="5448300"/>
            <a:ext cx="54769" cy="54769"/>
          </a:xfrm>
          <a:custGeom>
            <a:avLst/>
            <a:gdLst>
              <a:gd name="connsiteX0" fmla="*/ 0 w 55150"/>
              <a:gd name="connsiteY0" fmla="*/ 27282 h 55151"/>
              <a:gd name="connsiteX1" fmla="*/ 27575 w 55150"/>
              <a:gd name="connsiteY1" fmla="*/ 0 h 55151"/>
              <a:gd name="connsiteX2" fmla="*/ 55151 w 55150"/>
              <a:gd name="connsiteY2" fmla="*/ 27282 h 55151"/>
              <a:gd name="connsiteX3" fmla="*/ 27575 w 55150"/>
              <a:gd name="connsiteY3" fmla="*/ 55151 h 55151"/>
              <a:gd name="connsiteX4" fmla="*/ 0 w 55150"/>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0" h="55151">
                <a:moveTo>
                  <a:pt x="0" y="27282"/>
                </a:moveTo>
                <a:cubicBezTo>
                  <a:pt x="0" y="12028"/>
                  <a:pt x="12027" y="0"/>
                  <a:pt x="27575" y="0"/>
                </a:cubicBezTo>
                <a:cubicBezTo>
                  <a:pt x="42830" y="0"/>
                  <a:pt x="55151" y="12028"/>
                  <a:pt x="55151" y="27282"/>
                </a:cubicBezTo>
                <a:cubicBezTo>
                  <a:pt x="55151" y="42830"/>
                  <a:pt x="42830" y="55151"/>
                  <a:pt x="27575" y="55151"/>
                </a:cubicBezTo>
                <a:cubicBezTo>
                  <a:pt x="12027" y="55151"/>
                  <a:pt x="0" y="42830"/>
                  <a:pt x="0" y="27282"/>
                </a:cubicBezTo>
                <a:close/>
              </a:path>
            </a:pathLst>
          </a:custGeom>
          <a:solidFill>
            <a:schemeClr val="accent1">
              <a:lumMod val="60000"/>
              <a:lumOff val="40000"/>
            </a:schemeClr>
          </a:solidFill>
          <a:ln w="2934" cap="flat">
            <a:noFill/>
            <a:prstDash val="solid"/>
            <a:miter/>
          </a:ln>
        </p:spPr>
        <p:txBody>
          <a:bodyPr rtlCol="0" anchor="ctr"/>
          <a:lstStyle/>
          <a:p>
            <a:endParaRPr lang="zh-CN" altLang="en-US" sz="1350"/>
          </a:p>
        </p:txBody>
      </p:sp>
      <p:sp>
        <p:nvSpPr>
          <p:cNvPr id="39" name="任意多边形 1"/>
          <p:cNvSpPr/>
          <p:nvPr userDrawn="1">
            <p:custDataLst>
              <p:tags r:id="rId27"/>
            </p:custDataLst>
          </p:nvPr>
        </p:nvSpPr>
        <p:spPr>
          <a:xfrm>
            <a:off x="154781" y="5334423"/>
            <a:ext cx="1007537" cy="666803"/>
          </a:xfrm>
          <a:custGeom>
            <a:avLst/>
            <a:gdLst/>
            <a:ahLst/>
            <a:cxnLst>
              <a:cxn ang="3">
                <a:pos x="hc" y="t"/>
              </a:cxn>
              <a:cxn ang="cd2">
                <a:pos x="l" y="vc"/>
              </a:cxn>
              <a:cxn ang="cd4">
                <a:pos x="hc" y="b"/>
              </a:cxn>
              <a:cxn ang="0">
                <a:pos x="r" y="vc"/>
              </a:cxn>
            </a:cxnLst>
            <a:rect l="l" t="t" r="r" b="b"/>
            <a:pathLst>
              <a:path w="2116" h="1400">
                <a:moveTo>
                  <a:pt x="1058" y="0"/>
                </a:moveTo>
                <a:cubicBezTo>
                  <a:pt x="1570" y="0"/>
                  <a:pt x="1997" y="368"/>
                  <a:pt x="2096" y="857"/>
                </a:cubicBezTo>
                <a:lnTo>
                  <a:pt x="2116" y="1053"/>
                </a:lnTo>
                <a:lnTo>
                  <a:pt x="1762" y="1053"/>
                </a:lnTo>
                <a:lnTo>
                  <a:pt x="1762" y="1400"/>
                </a:lnTo>
                <a:lnTo>
                  <a:pt x="0" y="1400"/>
                </a:lnTo>
                <a:lnTo>
                  <a:pt x="0" y="1053"/>
                </a:lnTo>
                <a:lnTo>
                  <a:pt x="0" y="1053"/>
                </a:lnTo>
                <a:lnTo>
                  <a:pt x="20" y="857"/>
                </a:lnTo>
                <a:cubicBezTo>
                  <a:pt x="119" y="368"/>
                  <a:pt x="546" y="0"/>
                  <a:pt x="1058" y="0"/>
                </a:cubicBezTo>
                <a:close/>
              </a:path>
            </a:pathLst>
          </a:custGeom>
          <a:solidFill>
            <a:schemeClr val="accent1"/>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cxnSp>
        <p:nvCxnSpPr>
          <p:cNvPr id="40" name="直接连接符 39"/>
          <p:cNvCxnSpPr/>
          <p:nvPr userDrawn="1">
            <p:custDataLst>
              <p:tags r:id="rId28"/>
            </p:custDataLst>
          </p:nvPr>
        </p:nvCxnSpPr>
        <p:spPr>
          <a:xfrm>
            <a:off x="1162318" y="5753100"/>
            <a:ext cx="6429107"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1" name="任意多边形: 形状 40"/>
          <p:cNvSpPr/>
          <p:nvPr userDrawn="1">
            <p:custDataLst>
              <p:tags r:id="rId29"/>
            </p:custDataLst>
          </p:nvPr>
        </p:nvSpPr>
        <p:spPr>
          <a:xfrm>
            <a:off x="806801" y="5677175"/>
            <a:ext cx="647069" cy="323534"/>
          </a:xfrm>
          <a:custGeom>
            <a:avLst/>
            <a:gdLst>
              <a:gd name="connsiteX0" fmla="*/ 523059 w 1046117"/>
              <a:gd name="connsiteY0" fmla="*/ 0 h 523058"/>
              <a:gd name="connsiteX1" fmla="*/ 0 w 1046117"/>
              <a:gd name="connsiteY1" fmla="*/ 523059 h 523058"/>
              <a:gd name="connsiteX2" fmla="*/ 1046118 w 1046117"/>
              <a:gd name="connsiteY2" fmla="*/ 523059 h 523058"/>
              <a:gd name="connsiteX3" fmla="*/ 523059 w 1046117"/>
              <a:gd name="connsiteY3" fmla="*/ 0 h 523058"/>
            </a:gdLst>
            <a:ahLst/>
            <a:cxnLst>
              <a:cxn ang="0">
                <a:pos x="connsiteX0" y="connsiteY0"/>
              </a:cxn>
              <a:cxn ang="0">
                <a:pos x="connsiteX1" y="connsiteY1"/>
              </a:cxn>
              <a:cxn ang="0">
                <a:pos x="connsiteX2" y="connsiteY2"/>
              </a:cxn>
              <a:cxn ang="0">
                <a:pos x="connsiteX3" y="connsiteY3"/>
              </a:cxn>
            </a:cxnLst>
            <a:rect l="l" t="t" r="r" b="b"/>
            <a:pathLst>
              <a:path w="1046117" h="523058">
                <a:moveTo>
                  <a:pt x="523059" y="0"/>
                </a:moveTo>
                <a:cubicBezTo>
                  <a:pt x="234100" y="0"/>
                  <a:pt x="0" y="234100"/>
                  <a:pt x="0" y="523059"/>
                </a:cubicBezTo>
                <a:lnTo>
                  <a:pt x="1046118" y="523059"/>
                </a:lnTo>
                <a:cubicBezTo>
                  <a:pt x="1045825" y="234100"/>
                  <a:pt x="811724" y="0"/>
                  <a:pt x="523059" y="0"/>
                </a:cubicBezTo>
                <a:close/>
              </a:path>
            </a:pathLst>
          </a:custGeom>
          <a:solidFill>
            <a:schemeClr val="accent2"/>
          </a:solidFill>
          <a:ln w="2934" cap="flat">
            <a:noFill/>
            <a:prstDash val="solid"/>
            <a:miter/>
          </a:ln>
        </p:spPr>
        <p:txBody>
          <a:bodyPr rtlCol="0" anchor="ctr"/>
          <a:lstStyle/>
          <a:p>
            <a:endParaRPr lang="zh-CN" altLang="en-US" sz="1350"/>
          </a:p>
        </p:txBody>
      </p:sp>
      <p:sp>
        <p:nvSpPr>
          <p:cNvPr id="2" name="标题 1"/>
          <p:cNvSpPr>
            <a:spLocks noGrp="1"/>
          </p:cNvSpPr>
          <p:nvPr>
            <p:ph type="title"/>
            <p:custDataLst>
              <p:tags r:id="rId30"/>
            </p:custDataLst>
          </p:nvPr>
        </p:nvSpPr>
        <p:spPr>
          <a:xfrm>
            <a:off x="1185854" y="1382751"/>
            <a:ext cx="4952732" cy="3744029"/>
          </a:xfrm>
        </p:spPr>
        <p:txBody>
          <a:bodyPr anchor="ctr">
            <a:normAutofit/>
          </a:bodyPr>
          <a:lstStyle>
            <a:lvl1pPr algn="l">
              <a:defRPr sz="4500"/>
            </a:lvl1pPr>
          </a:lstStyle>
          <a:p>
            <a:r>
              <a:rPr lang="zh-CN" altLang="en-US" dirty="0"/>
              <a:t>单击此处编辑母版标题样式</a:t>
            </a:r>
            <a:endParaRPr lang="zh-CN" altLang="en-US" dirty="0"/>
          </a:p>
        </p:txBody>
      </p:sp>
      <p:sp>
        <p:nvSpPr>
          <p:cNvPr id="4" name="日期占位符 3"/>
          <p:cNvSpPr>
            <a:spLocks noGrp="1"/>
          </p:cNvSpPr>
          <p:nvPr>
            <p:ph type="dt" sz="half" idx="10"/>
            <p:custDataLst>
              <p:tags r:id="rId31"/>
            </p:custDataLst>
          </p:nvPr>
        </p:nvSpPr>
        <p:spPr/>
        <p:txBody>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32"/>
            </p:custDataLst>
          </p:nvPr>
        </p:nvSpPr>
        <p:spPr/>
        <p:txBody>
          <a:bodyPr/>
          <a:lstStyle/>
          <a:p>
            <a:endParaRPr lang="zh-CN" altLang="en-US"/>
          </a:p>
        </p:txBody>
      </p:sp>
      <p:sp>
        <p:nvSpPr>
          <p:cNvPr id="6" name="灯片编号占位符 5"/>
          <p:cNvSpPr>
            <a:spLocks noGrp="1"/>
          </p:cNvSpPr>
          <p:nvPr>
            <p:ph type="sldNum" sz="quarter" idx="12"/>
            <p:custDataLst>
              <p:tags r:id="rId33"/>
            </p:custDataLst>
          </p:nvPr>
        </p:nvSpPr>
        <p:spPr/>
        <p:txBody>
          <a:bodyPr/>
          <a:lstStyle/>
          <a:p>
            <a:fld id="{BE5F26B5-172A-4DC2-B0B7-181CFC56B87C}" type="slidenum">
              <a:rPr lang="zh-CN" altLang="en-US" smtClean="0"/>
            </a:fld>
            <a:endParaRPr lang="zh-CN" altLang="en-US"/>
          </a:p>
        </p:txBody>
      </p:sp>
      <p:sp>
        <p:nvSpPr>
          <p:cNvPr id="8" name="文本占位符 7"/>
          <p:cNvSpPr>
            <a:spLocks noGrp="1"/>
          </p:cNvSpPr>
          <p:nvPr>
            <p:ph type="body" sz="quarter" idx="13" hasCustomPrompt="1"/>
            <p:custDataLst>
              <p:tags r:id="rId34"/>
            </p:custDataLst>
          </p:nvPr>
        </p:nvSpPr>
        <p:spPr>
          <a:xfrm>
            <a:off x="7702762" y="2777490"/>
            <a:ext cx="1224359" cy="1402205"/>
          </a:xfrm>
        </p:spPr>
        <p:txBody>
          <a:bodyPr anchor="ctr">
            <a:noAutofit/>
          </a:bodyPr>
          <a:lstStyle>
            <a:lvl1pPr marL="0" indent="0" algn="ctr">
              <a:buNone/>
              <a:defRPr sz="5400" b="1">
                <a:solidFill>
                  <a:schemeClr val="bg1"/>
                </a:solidFill>
              </a:defRPr>
            </a:lvl1pPr>
          </a:lstStyle>
          <a:p>
            <a:pPr lvl="0"/>
            <a:r>
              <a:rPr lang="zh-CN" altLang="en-US" dirty="0"/>
              <a:t>节编号</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0" tIns="0" rIns="0" bIns="0" rtlCol="0" anchor="ctr">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521970" y="1833563"/>
            <a:ext cx="3992880" cy="3656888"/>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内容占位符 3"/>
          <p:cNvSpPr>
            <a:spLocks noGrp="1"/>
          </p:cNvSpPr>
          <p:nvPr>
            <p:ph sz="half" idx="2"/>
            <p:custDataLst>
              <p:tags r:id="rId4"/>
            </p:custDataLst>
          </p:nvPr>
        </p:nvSpPr>
        <p:spPr>
          <a:xfrm>
            <a:off x="4629150" y="1833563"/>
            <a:ext cx="3992880" cy="3656888"/>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29841" y="1127250"/>
            <a:ext cx="7886700" cy="648000"/>
          </a:xfrm>
        </p:spPr>
        <p:txBody>
          <a:bodyPr vert="horz" lIns="0" tIns="0" rIns="0" bIns="0" rtlCol="0" anchor="ctr">
            <a:normAutofit/>
          </a:bodyPr>
          <a:lstStyle>
            <a:lvl1pPr>
              <a:defRPr lang="zh-CN" altLang="en-US" dirty="0"/>
            </a:lvl1pPr>
          </a:lstStyle>
          <a:p>
            <a:pPr lvl="0"/>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521970" y="1833563"/>
            <a:ext cx="3992880" cy="30847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4" name="内容占位符 3"/>
          <p:cNvSpPr>
            <a:spLocks noGrp="1"/>
          </p:cNvSpPr>
          <p:nvPr>
            <p:ph sz="half" idx="2"/>
            <p:custDataLst>
              <p:tags r:id="rId4"/>
            </p:custDataLst>
          </p:nvPr>
        </p:nvSpPr>
        <p:spPr>
          <a:xfrm>
            <a:off x="521970" y="2263574"/>
            <a:ext cx="3992880" cy="3225207"/>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5" name="文本占位符 4"/>
          <p:cNvSpPr>
            <a:spLocks noGrp="1"/>
          </p:cNvSpPr>
          <p:nvPr>
            <p:ph type="body" sz="quarter" idx="3"/>
            <p:custDataLst>
              <p:tags r:id="rId5"/>
            </p:custDataLst>
          </p:nvPr>
        </p:nvSpPr>
        <p:spPr>
          <a:xfrm>
            <a:off x="4629150" y="1833563"/>
            <a:ext cx="3992880" cy="30847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6" name="内容占位符 5"/>
          <p:cNvSpPr>
            <a:spLocks noGrp="1"/>
          </p:cNvSpPr>
          <p:nvPr>
            <p:ph sz="quarter" idx="4"/>
            <p:custDataLst>
              <p:tags r:id="rId6"/>
            </p:custDataLst>
          </p:nvPr>
        </p:nvSpPr>
        <p:spPr>
          <a:xfrm>
            <a:off x="4629150" y="2263574"/>
            <a:ext cx="3992880" cy="3225207"/>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7" name="日期占位符 6"/>
          <p:cNvSpPr>
            <a:spLocks noGrp="1"/>
          </p:cNvSpPr>
          <p:nvPr>
            <p:ph type="dt" sz="half" idx="10"/>
            <p:custDataLst>
              <p:tags r:id="rId7"/>
            </p:custDataLst>
          </p:nvPr>
        </p:nvSpPr>
        <p:spPr/>
        <p:txBody>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5592522B-0F24-4480-B9DD-A9474A6880D6}"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521970" y="1127284"/>
            <a:ext cx="8101489" cy="4363403"/>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custDataLst>
              <p:tags r:id="rId3"/>
            </p:custDataLst>
          </p:nvPr>
        </p:nvSpPr>
        <p:spPr/>
        <p:txBody>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29841" y="1127250"/>
            <a:ext cx="7886700" cy="648000"/>
          </a:xfrm>
        </p:spPr>
        <p:txBody>
          <a:bodyPr/>
          <a:lstStyle/>
          <a:p>
            <a:r>
              <a:rPr lang="zh-CN" altLang="en-US" dirty="0"/>
              <a:t>单击此处编辑母版标题样式</a:t>
            </a:r>
            <a:endParaRPr lang="zh-CN" altLang="en-US" dirty="0"/>
          </a:p>
        </p:txBody>
      </p:sp>
      <p:sp>
        <p:nvSpPr>
          <p:cNvPr id="3" name="文本占位符 2"/>
          <p:cNvSpPr>
            <a:spLocks noGrp="1"/>
          </p:cNvSpPr>
          <p:nvPr>
            <p:ph type="body" idx="1" hasCustomPrompt="1"/>
            <p:custDataLst>
              <p:tags r:id="rId3"/>
            </p:custDataLst>
          </p:nvPr>
        </p:nvSpPr>
        <p:spPr>
          <a:xfrm>
            <a:off x="521970" y="1833563"/>
            <a:ext cx="8099316" cy="304165"/>
          </a:xfrm>
        </p:spPr>
        <p:txBody>
          <a:bodyPr anchor="t"/>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r>
              <a:rPr lang="zh-CN" altLang="en-US" dirty="0"/>
              <a:t>单击此处编辑母版副标题样式</a:t>
            </a:r>
            <a:endParaRPr lang="zh-CN" altLang="en-US" dirty="0"/>
          </a:p>
        </p:txBody>
      </p:sp>
      <p:sp>
        <p:nvSpPr>
          <p:cNvPr id="7" name="日期占位符 6"/>
          <p:cNvSpPr>
            <a:spLocks noGrp="1"/>
          </p:cNvSpPr>
          <p:nvPr>
            <p:ph type="dt" sz="half" idx="10"/>
            <p:custDataLst>
              <p:tags r:id="rId4"/>
            </p:custDataLst>
          </p:nvPr>
        </p:nvSpPr>
        <p:spPr/>
        <p:txBody>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5"/>
            </p:custDataLst>
          </p:nvPr>
        </p:nvSpPr>
        <p:spPr/>
        <p:txBody>
          <a:bodyPr/>
          <a:lstStyle/>
          <a:p>
            <a:endParaRPr lang="zh-CN" altLang="en-US"/>
          </a:p>
        </p:txBody>
      </p:sp>
      <p:sp>
        <p:nvSpPr>
          <p:cNvPr id="9" name="灯片编号占位符 8"/>
          <p:cNvSpPr>
            <a:spLocks noGrp="1"/>
          </p:cNvSpPr>
          <p:nvPr>
            <p:ph type="sldNum" sz="quarter" idx="12"/>
            <p:custDataLst>
              <p:tags r:id="rId6"/>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pic>
        <p:nvPicPr>
          <p:cNvPr id="8" name="VCG41N1266076819"/>
          <p:cNvPicPr>
            <a:picLocks noChangeAspect="1"/>
          </p:cNvPicPr>
          <p:nvPr userDrawn="1">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235323" y="857250"/>
            <a:ext cx="1416011" cy="2285335"/>
          </a:xfrm>
          <a:prstGeom prst="rect">
            <a:avLst/>
          </a:prstGeom>
        </p:spPr>
      </p:pic>
      <p:cxnSp>
        <p:nvCxnSpPr>
          <p:cNvPr id="9" name="直接连接符 8"/>
          <p:cNvCxnSpPr/>
          <p:nvPr userDrawn="1">
            <p:custDataLst>
              <p:tags r:id="rId5"/>
            </p:custDataLst>
          </p:nvPr>
        </p:nvCxnSpPr>
        <p:spPr>
          <a:xfrm>
            <a:off x="419100" y="5753100"/>
            <a:ext cx="7172325"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1" name="任意多边形: 形状 10"/>
          <p:cNvSpPr/>
          <p:nvPr userDrawn="1">
            <p:custDataLst>
              <p:tags r:id="rId6"/>
            </p:custDataLst>
          </p:nvPr>
        </p:nvSpPr>
        <p:spPr>
          <a:xfrm>
            <a:off x="7384256" y="4791551"/>
            <a:ext cx="1189196" cy="1205389"/>
          </a:xfrm>
          <a:custGeom>
            <a:avLst/>
            <a:gdLst>
              <a:gd name="connsiteX0" fmla="*/ 1924435 w 1924435"/>
              <a:gd name="connsiteY0" fmla="*/ 1924435 h 1924435"/>
              <a:gd name="connsiteX1" fmla="*/ 0 w 1924435"/>
              <a:gd name="connsiteY1" fmla="*/ 1924435 h 1924435"/>
              <a:gd name="connsiteX2" fmla="*/ 0 w 1924435"/>
              <a:gd name="connsiteY2" fmla="*/ 962218 h 1924435"/>
              <a:gd name="connsiteX3" fmla="*/ 962218 w 1924435"/>
              <a:gd name="connsiteY3" fmla="*/ 0 h 1924435"/>
              <a:gd name="connsiteX4" fmla="*/ 962218 w 1924435"/>
              <a:gd name="connsiteY4" fmla="*/ 0 h 1924435"/>
              <a:gd name="connsiteX5" fmla="*/ 1924435 w 1924435"/>
              <a:gd name="connsiteY5" fmla="*/ 962218 h 1924435"/>
              <a:gd name="connsiteX6" fmla="*/ 1924435 w 1924435"/>
              <a:gd name="connsiteY6" fmla="*/ 1924435 h 1924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4435" h="1924435">
                <a:moveTo>
                  <a:pt x="1924435" y="1924435"/>
                </a:moveTo>
                <a:lnTo>
                  <a:pt x="0" y="1924435"/>
                </a:lnTo>
                <a:lnTo>
                  <a:pt x="0" y="962218"/>
                </a:lnTo>
                <a:cubicBezTo>
                  <a:pt x="0" y="430944"/>
                  <a:pt x="430944" y="0"/>
                  <a:pt x="962218" y="0"/>
                </a:cubicBezTo>
                <a:lnTo>
                  <a:pt x="962218" y="0"/>
                </a:lnTo>
                <a:cubicBezTo>
                  <a:pt x="1493491" y="0"/>
                  <a:pt x="1924435" y="430944"/>
                  <a:pt x="1924435" y="962218"/>
                </a:cubicBezTo>
                <a:lnTo>
                  <a:pt x="1924435" y="1924435"/>
                </a:lnTo>
                <a:close/>
              </a:path>
            </a:pathLst>
          </a:custGeom>
          <a:solidFill>
            <a:schemeClr val="accent6"/>
          </a:solidFill>
          <a:ln w="2934" cap="flat">
            <a:noFill/>
            <a:prstDash val="solid"/>
            <a:miter/>
          </a:ln>
        </p:spPr>
        <p:txBody>
          <a:bodyPr rtlCol="0" anchor="ctr"/>
          <a:lstStyle/>
          <a:p>
            <a:endParaRPr lang="zh-CN" altLang="en-US" sz="1350"/>
          </a:p>
        </p:txBody>
      </p:sp>
      <p:sp>
        <p:nvSpPr>
          <p:cNvPr id="12" name="任意多边形: 形状 11"/>
          <p:cNvSpPr/>
          <p:nvPr userDrawn="1">
            <p:custDataLst>
              <p:tags r:id="rId7"/>
            </p:custDataLst>
          </p:nvPr>
        </p:nvSpPr>
        <p:spPr>
          <a:xfrm flipH="1">
            <a:off x="8324850" y="1922145"/>
            <a:ext cx="819150" cy="1637824"/>
          </a:xfrm>
          <a:custGeom>
            <a:avLst/>
            <a:gdLst>
              <a:gd name="connsiteX0" fmla="*/ 1130019 w 1130018"/>
              <a:gd name="connsiteY0" fmla="*/ 1130019 h 2260037"/>
              <a:gd name="connsiteX1" fmla="*/ 0 w 1130018"/>
              <a:gd name="connsiteY1" fmla="*/ 0 h 2260037"/>
              <a:gd name="connsiteX2" fmla="*/ 0 w 1130018"/>
              <a:gd name="connsiteY2" fmla="*/ 2260038 h 2260037"/>
              <a:gd name="connsiteX3" fmla="*/ 1130019 w 1130018"/>
              <a:gd name="connsiteY3" fmla="*/ 1130019 h 2260037"/>
            </a:gdLst>
            <a:ahLst/>
            <a:cxnLst>
              <a:cxn ang="0">
                <a:pos x="connsiteX0" y="connsiteY0"/>
              </a:cxn>
              <a:cxn ang="0">
                <a:pos x="connsiteX1" y="connsiteY1"/>
              </a:cxn>
              <a:cxn ang="0">
                <a:pos x="connsiteX2" y="connsiteY2"/>
              </a:cxn>
              <a:cxn ang="0">
                <a:pos x="connsiteX3" y="connsiteY3"/>
              </a:cxn>
            </a:cxnLst>
            <a:rect l="l" t="t" r="r" b="b"/>
            <a:pathLst>
              <a:path w="1130018" h="2260037">
                <a:moveTo>
                  <a:pt x="1130019" y="1130019"/>
                </a:moveTo>
                <a:cubicBezTo>
                  <a:pt x="1130019" y="506044"/>
                  <a:pt x="623974" y="0"/>
                  <a:pt x="0" y="0"/>
                </a:cubicBezTo>
                <a:lnTo>
                  <a:pt x="0" y="2260038"/>
                </a:lnTo>
                <a:cubicBezTo>
                  <a:pt x="623974" y="2260038"/>
                  <a:pt x="1130019" y="1754287"/>
                  <a:pt x="1130019" y="1130019"/>
                </a:cubicBezTo>
                <a:close/>
              </a:path>
            </a:pathLst>
          </a:custGeom>
          <a:solidFill>
            <a:schemeClr val="accent1"/>
          </a:solidFill>
          <a:ln w="2934" cap="flat">
            <a:noFill/>
            <a:prstDash val="solid"/>
            <a:miter/>
          </a:ln>
        </p:spPr>
        <p:txBody>
          <a:bodyPr rtlCol="0" anchor="ctr"/>
          <a:lstStyle/>
          <a:p>
            <a:endParaRPr lang="zh-CN" altLang="en-US" sz="1350"/>
          </a:p>
        </p:txBody>
      </p:sp>
      <p:sp>
        <p:nvSpPr>
          <p:cNvPr id="15" name="任意多边形: 形状 14"/>
          <p:cNvSpPr/>
          <p:nvPr userDrawn="1">
            <p:custDataLst>
              <p:tags r:id="rId8"/>
            </p:custDataLst>
          </p:nvPr>
        </p:nvSpPr>
        <p:spPr>
          <a:xfrm>
            <a:off x="8217694" y="2721769"/>
            <a:ext cx="34766" cy="34766"/>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16" name="任意多边形: 形状 15"/>
          <p:cNvSpPr/>
          <p:nvPr userDrawn="1">
            <p:custDataLst>
              <p:tags r:id="rId9"/>
            </p:custDataLst>
          </p:nvPr>
        </p:nvSpPr>
        <p:spPr>
          <a:xfrm>
            <a:off x="8321516" y="2721769"/>
            <a:ext cx="34766" cy="34766"/>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17" name="任意多边形: 形状 16"/>
          <p:cNvSpPr/>
          <p:nvPr userDrawn="1">
            <p:custDataLst>
              <p:tags r:id="rId10"/>
            </p:custDataLst>
          </p:nvPr>
        </p:nvSpPr>
        <p:spPr>
          <a:xfrm>
            <a:off x="8424863" y="2721769"/>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19" name="任意多边形: 形状 18"/>
          <p:cNvSpPr/>
          <p:nvPr userDrawn="1">
            <p:custDataLst>
              <p:tags r:id="rId11"/>
            </p:custDataLst>
          </p:nvPr>
        </p:nvSpPr>
        <p:spPr>
          <a:xfrm>
            <a:off x="8528685" y="2721769"/>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21" name="任意多边形: 形状 20"/>
          <p:cNvSpPr/>
          <p:nvPr userDrawn="1">
            <p:custDataLst>
              <p:tags r:id="rId12"/>
            </p:custDataLst>
          </p:nvPr>
        </p:nvSpPr>
        <p:spPr>
          <a:xfrm>
            <a:off x="8632508" y="2721769"/>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22" name="任意多边形: 形状 21"/>
          <p:cNvSpPr/>
          <p:nvPr userDrawn="1">
            <p:custDataLst>
              <p:tags r:id="rId13"/>
            </p:custDataLst>
          </p:nvPr>
        </p:nvSpPr>
        <p:spPr>
          <a:xfrm>
            <a:off x="8736330" y="2721769"/>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23" name="任意多边形: 形状 22"/>
          <p:cNvSpPr/>
          <p:nvPr userDrawn="1">
            <p:custDataLst>
              <p:tags r:id="rId14"/>
            </p:custDataLst>
          </p:nvPr>
        </p:nvSpPr>
        <p:spPr>
          <a:xfrm>
            <a:off x="8217694" y="2921794"/>
            <a:ext cx="34766" cy="34766"/>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25" name="任意多边形: 形状 24"/>
          <p:cNvSpPr/>
          <p:nvPr userDrawn="1">
            <p:custDataLst>
              <p:tags r:id="rId15"/>
            </p:custDataLst>
          </p:nvPr>
        </p:nvSpPr>
        <p:spPr>
          <a:xfrm>
            <a:off x="8321516" y="2921794"/>
            <a:ext cx="34766" cy="34766"/>
          </a:xfrm>
          <a:custGeom>
            <a:avLst/>
            <a:gdLst>
              <a:gd name="connsiteX0" fmla="*/ 0 w 55151"/>
              <a:gd name="connsiteY0" fmla="*/ 27282 h 55151"/>
              <a:gd name="connsiteX1" fmla="*/ 27576 w 55151"/>
              <a:gd name="connsiteY1" fmla="*/ 0 h 55151"/>
              <a:gd name="connsiteX2" fmla="*/ 55152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2" y="12028"/>
                  <a:pt x="55152" y="27282"/>
                </a:cubicBezTo>
                <a:cubicBezTo>
                  <a:pt x="55152"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26" name="任意多边形: 形状 25"/>
          <p:cNvSpPr/>
          <p:nvPr userDrawn="1">
            <p:custDataLst>
              <p:tags r:id="rId16"/>
            </p:custDataLst>
          </p:nvPr>
        </p:nvSpPr>
        <p:spPr>
          <a:xfrm>
            <a:off x="8424863" y="2921794"/>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27" name="任意多边形: 形状 26"/>
          <p:cNvSpPr/>
          <p:nvPr userDrawn="1">
            <p:custDataLst>
              <p:tags r:id="rId17"/>
            </p:custDataLst>
          </p:nvPr>
        </p:nvSpPr>
        <p:spPr>
          <a:xfrm>
            <a:off x="8528685" y="2921794"/>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28" name="任意多边形: 形状 27"/>
          <p:cNvSpPr/>
          <p:nvPr userDrawn="1">
            <p:custDataLst>
              <p:tags r:id="rId18"/>
            </p:custDataLst>
          </p:nvPr>
        </p:nvSpPr>
        <p:spPr>
          <a:xfrm>
            <a:off x="8632508" y="2921794"/>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29" name="任意多边形: 形状 28"/>
          <p:cNvSpPr/>
          <p:nvPr userDrawn="1">
            <p:custDataLst>
              <p:tags r:id="rId19"/>
            </p:custDataLst>
          </p:nvPr>
        </p:nvSpPr>
        <p:spPr>
          <a:xfrm>
            <a:off x="8736330" y="2921794"/>
            <a:ext cx="34766" cy="34766"/>
          </a:xfrm>
          <a:custGeom>
            <a:avLst/>
            <a:gdLst>
              <a:gd name="connsiteX0" fmla="*/ 0 w 55151"/>
              <a:gd name="connsiteY0" fmla="*/ 27282 h 55151"/>
              <a:gd name="connsiteX1" fmla="*/ 27576 w 55151"/>
              <a:gd name="connsiteY1" fmla="*/ 0 h 55151"/>
              <a:gd name="connsiteX2" fmla="*/ 55151 w 55151"/>
              <a:gd name="connsiteY2" fmla="*/ 27282 h 55151"/>
              <a:gd name="connsiteX3" fmla="*/ 27576 w 55151"/>
              <a:gd name="connsiteY3" fmla="*/ 55151 h 55151"/>
              <a:gd name="connsiteX4" fmla="*/ 0 w 55151"/>
              <a:gd name="connsiteY4" fmla="*/ 27282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2"/>
                </a:moveTo>
                <a:cubicBezTo>
                  <a:pt x="0" y="12028"/>
                  <a:pt x="12028" y="0"/>
                  <a:pt x="27576" y="0"/>
                </a:cubicBezTo>
                <a:cubicBezTo>
                  <a:pt x="42830" y="0"/>
                  <a:pt x="55151" y="12028"/>
                  <a:pt x="55151" y="27282"/>
                </a:cubicBezTo>
                <a:cubicBezTo>
                  <a:pt x="55151" y="42830"/>
                  <a:pt x="42830" y="55151"/>
                  <a:pt x="27576" y="55151"/>
                </a:cubicBezTo>
                <a:cubicBezTo>
                  <a:pt x="12028" y="55151"/>
                  <a:pt x="0" y="42830"/>
                  <a:pt x="0" y="27282"/>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0" name="任意多边形: 形状 29"/>
          <p:cNvSpPr/>
          <p:nvPr userDrawn="1">
            <p:custDataLst>
              <p:tags r:id="rId20"/>
            </p:custDataLst>
          </p:nvPr>
        </p:nvSpPr>
        <p:spPr>
          <a:xfrm>
            <a:off x="8217694" y="3121343"/>
            <a:ext cx="34766" cy="34766"/>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1" name="任意多边形: 形状 30"/>
          <p:cNvSpPr/>
          <p:nvPr userDrawn="1">
            <p:custDataLst>
              <p:tags r:id="rId21"/>
            </p:custDataLst>
          </p:nvPr>
        </p:nvSpPr>
        <p:spPr>
          <a:xfrm>
            <a:off x="8321516" y="3121343"/>
            <a:ext cx="34766" cy="34766"/>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2" name="任意多边形: 形状 31"/>
          <p:cNvSpPr/>
          <p:nvPr userDrawn="1">
            <p:custDataLst>
              <p:tags r:id="rId22"/>
            </p:custDataLst>
          </p:nvPr>
        </p:nvSpPr>
        <p:spPr>
          <a:xfrm>
            <a:off x="8424863" y="3121343"/>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3" name="任意多边形: 形状 32"/>
          <p:cNvSpPr/>
          <p:nvPr userDrawn="1">
            <p:custDataLst>
              <p:tags r:id="rId23"/>
            </p:custDataLst>
          </p:nvPr>
        </p:nvSpPr>
        <p:spPr>
          <a:xfrm>
            <a:off x="8528685" y="3121343"/>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4" name="任意多边形: 形状 33"/>
          <p:cNvSpPr/>
          <p:nvPr userDrawn="1">
            <p:custDataLst>
              <p:tags r:id="rId24"/>
            </p:custDataLst>
          </p:nvPr>
        </p:nvSpPr>
        <p:spPr>
          <a:xfrm>
            <a:off x="8632508" y="3121343"/>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5" name="任意多边形: 形状 34"/>
          <p:cNvSpPr/>
          <p:nvPr userDrawn="1">
            <p:custDataLst>
              <p:tags r:id="rId25"/>
            </p:custDataLst>
          </p:nvPr>
        </p:nvSpPr>
        <p:spPr>
          <a:xfrm>
            <a:off x="8736330" y="3121343"/>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1"/>
                  <a:pt x="42830" y="55152"/>
                  <a:pt x="27576" y="55152"/>
                </a:cubicBezTo>
                <a:cubicBezTo>
                  <a:pt x="12028" y="55152"/>
                  <a:pt x="0" y="42831"/>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6" name="任意多边形: 形状 35"/>
          <p:cNvSpPr/>
          <p:nvPr userDrawn="1">
            <p:custDataLst>
              <p:tags r:id="rId26"/>
            </p:custDataLst>
          </p:nvPr>
        </p:nvSpPr>
        <p:spPr>
          <a:xfrm>
            <a:off x="8217694" y="3321368"/>
            <a:ext cx="34766" cy="34766"/>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7" name="任意多边形: 形状 36"/>
          <p:cNvSpPr/>
          <p:nvPr userDrawn="1">
            <p:custDataLst>
              <p:tags r:id="rId27"/>
            </p:custDataLst>
          </p:nvPr>
        </p:nvSpPr>
        <p:spPr>
          <a:xfrm>
            <a:off x="8321516" y="3321368"/>
            <a:ext cx="34766" cy="34766"/>
          </a:xfrm>
          <a:custGeom>
            <a:avLst/>
            <a:gdLst>
              <a:gd name="connsiteX0" fmla="*/ 0 w 55151"/>
              <a:gd name="connsiteY0" fmla="*/ 27283 h 55151"/>
              <a:gd name="connsiteX1" fmla="*/ 27576 w 55151"/>
              <a:gd name="connsiteY1" fmla="*/ 0 h 55151"/>
              <a:gd name="connsiteX2" fmla="*/ 55152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2" y="12028"/>
                  <a:pt x="55152" y="27283"/>
                </a:cubicBezTo>
                <a:cubicBezTo>
                  <a:pt x="55152"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8" name="任意多边形: 形状 37"/>
          <p:cNvSpPr/>
          <p:nvPr userDrawn="1">
            <p:custDataLst>
              <p:tags r:id="rId28"/>
            </p:custDataLst>
          </p:nvPr>
        </p:nvSpPr>
        <p:spPr>
          <a:xfrm>
            <a:off x="8424863" y="3321368"/>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39" name="任意多边形: 形状 38"/>
          <p:cNvSpPr/>
          <p:nvPr userDrawn="1">
            <p:custDataLst>
              <p:tags r:id="rId29"/>
            </p:custDataLst>
          </p:nvPr>
        </p:nvSpPr>
        <p:spPr>
          <a:xfrm>
            <a:off x="8528685" y="3321368"/>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40" name="任意多边形: 形状 39"/>
          <p:cNvSpPr/>
          <p:nvPr userDrawn="1">
            <p:custDataLst>
              <p:tags r:id="rId30"/>
            </p:custDataLst>
          </p:nvPr>
        </p:nvSpPr>
        <p:spPr>
          <a:xfrm>
            <a:off x="8632508" y="3321368"/>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41" name="任意多边形: 形状 40"/>
          <p:cNvSpPr/>
          <p:nvPr userDrawn="1">
            <p:custDataLst>
              <p:tags r:id="rId31"/>
            </p:custDataLst>
          </p:nvPr>
        </p:nvSpPr>
        <p:spPr>
          <a:xfrm>
            <a:off x="8736330" y="3321368"/>
            <a:ext cx="34766" cy="34766"/>
          </a:xfrm>
          <a:custGeom>
            <a:avLst/>
            <a:gdLst>
              <a:gd name="connsiteX0" fmla="*/ 0 w 55151"/>
              <a:gd name="connsiteY0" fmla="*/ 27283 h 55151"/>
              <a:gd name="connsiteX1" fmla="*/ 27576 w 55151"/>
              <a:gd name="connsiteY1" fmla="*/ 0 h 55151"/>
              <a:gd name="connsiteX2" fmla="*/ 55151 w 55151"/>
              <a:gd name="connsiteY2" fmla="*/ 27283 h 55151"/>
              <a:gd name="connsiteX3" fmla="*/ 27576 w 55151"/>
              <a:gd name="connsiteY3" fmla="*/ 55152 h 55151"/>
              <a:gd name="connsiteX4" fmla="*/ 0 w 55151"/>
              <a:gd name="connsiteY4" fmla="*/ 27283 h 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51" h="55151">
                <a:moveTo>
                  <a:pt x="0" y="27283"/>
                </a:moveTo>
                <a:cubicBezTo>
                  <a:pt x="0" y="12028"/>
                  <a:pt x="12028" y="0"/>
                  <a:pt x="27576" y="0"/>
                </a:cubicBezTo>
                <a:cubicBezTo>
                  <a:pt x="42830" y="0"/>
                  <a:pt x="55151" y="12028"/>
                  <a:pt x="55151" y="27283"/>
                </a:cubicBezTo>
                <a:cubicBezTo>
                  <a:pt x="55151" y="42830"/>
                  <a:pt x="42830" y="55152"/>
                  <a:pt x="27576" y="55152"/>
                </a:cubicBezTo>
                <a:cubicBezTo>
                  <a:pt x="12028" y="55152"/>
                  <a:pt x="0" y="42830"/>
                  <a:pt x="0" y="27283"/>
                </a:cubicBezTo>
                <a:close/>
              </a:path>
            </a:pathLst>
          </a:custGeom>
          <a:solidFill>
            <a:schemeClr val="accent6"/>
          </a:solidFill>
          <a:ln w="2934" cap="flat">
            <a:noFill/>
            <a:prstDash val="solid"/>
            <a:miter/>
          </a:ln>
        </p:spPr>
        <p:txBody>
          <a:bodyPr rtlCol="0" anchor="ctr"/>
          <a:lstStyle/>
          <a:p>
            <a:endParaRPr lang="zh-CN" altLang="en-US" sz="1350">
              <a:noFill/>
            </a:endParaRPr>
          </a:p>
        </p:txBody>
      </p:sp>
      <p:sp>
        <p:nvSpPr>
          <p:cNvPr id="42" name="任意多边形: 形状 41"/>
          <p:cNvSpPr/>
          <p:nvPr userDrawn="1">
            <p:custDataLst>
              <p:tags r:id="rId32"/>
            </p:custDataLst>
          </p:nvPr>
        </p:nvSpPr>
        <p:spPr>
          <a:xfrm>
            <a:off x="0" y="5129474"/>
            <a:ext cx="871276" cy="871276"/>
          </a:xfrm>
          <a:custGeom>
            <a:avLst/>
            <a:gdLst>
              <a:gd name="connsiteX0" fmla="*/ 1161702 w 1161701"/>
              <a:gd name="connsiteY0" fmla="*/ 1161702 h 1161701"/>
              <a:gd name="connsiteX1" fmla="*/ 0 w 1161701"/>
              <a:gd name="connsiteY1" fmla="*/ 1161702 h 1161701"/>
              <a:gd name="connsiteX2" fmla="*/ 0 w 1161701"/>
              <a:gd name="connsiteY2" fmla="*/ 0 h 1161701"/>
              <a:gd name="connsiteX3" fmla="*/ 0 w 1161701"/>
              <a:gd name="connsiteY3" fmla="*/ 0 h 1161701"/>
              <a:gd name="connsiteX4" fmla="*/ 1161702 w 1161701"/>
              <a:gd name="connsiteY4" fmla="*/ 1161702 h 1161701"/>
              <a:gd name="connsiteX5" fmla="*/ 1161702 w 1161701"/>
              <a:gd name="connsiteY5" fmla="*/ 1161702 h 1161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701" h="1161701">
                <a:moveTo>
                  <a:pt x="1161702" y="1161702"/>
                </a:moveTo>
                <a:lnTo>
                  <a:pt x="0" y="1161702"/>
                </a:lnTo>
                <a:lnTo>
                  <a:pt x="0" y="0"/>
                </a:lnTo>
                <a:lnTo>
                  <a:pt x="0" y="0"/>
                </a:lnTo>
                <a:cubicBezTo>
                  <a:pt x="641576" y="0"/>
                  <a:pt x="1161702" y="520126"/>
                  <a:pt x="1161702" y="1161702"/>
                </a:cubicBezTo>
                <a:lnTo>
                  <a:pt x="1161702" y="1161702"/>
                </a:lnTo>
                <a:close/>
              </a:path>
            </a:pathLst>
          </a:custGeom>
          <a:solidFill>
            <a:schemeClr val="accent6"/>
          </a:solidFill>
          <a:ln w="2934" cap="flat">
            <a:noFill/>
            <a:prstDash val="solid"/>
            <a:miter/>
          </a:ln>
        </p:spPr>
        <p:txBody>
          <a:bodyPr rtlCol="0" anchor="ctr"/>
          <a:lstStyle/>
          <a:p>
            <a:endParaRPr lang="zh-CN" altLang="en-US" sz="1350"/>
          </a:p>
        </p:txBody>
      </p:sp>
      <p:cxnSp>
        <p:nvCxnSpPr>
          <p:cNvPr id="44" name="直接连接符 43"/>
          <p:cNvCxnSpPr/>
          <p:nvPr userDrawn="1">
            <p:custDataLst>
              <p:tags r:id="rId33"/>
            </p:custDataLst>
          </p:nvPr>
        </p:nvCxnSpPr>
        <p:spPr>
          <a:xfrm>
            <a:off x="1638300" y="1485900"/>
            <a:ext cx="7172325"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5" name="任意多边形: 形状 44"/>
          <p:cNvSpPr/>
          <p:nvPr userDrawn="1">
            <p:custDataLst>
              <p:tags r:id="rId34"/>
            </p:custDataLst>
          </p:nvPr>
        </p:nvSpPr>
        <p:spPr>
          <a:xfrm>
            <a:off x="7036125" y="5608219"/>
            <a:ext cx="784588" cy="392294"/>
          </a:xfrm>
          <a:custGeom>
            <a:avLst/>
            <a:gdLst>
              <a:gd name="connsiteX0" fmla="*/ 523059 w 1046117"/>
              <a:gd name="connsiteY0" fmla="*/ 0 h 523058"/>
              <a:gd name="connsiteX1" fmla="*/ 0 w 1046117"/>
              <a:gd name="connsiteY1" fmla="*/ 523059 h 523058"/>
              <a:gd name="connsiteX2" fmla="*/ 1046118 w 1046117"/>
              <a:gd name="connsiteY2" fmla="*/ 523059 h 523058"/>
              <a:gd name="connsiteX3" fmla="*/ 523059 w 1046117"/>
              <a:gd name="connsiteY3" fmla="*/ 0 h 523058"/>
            </a:gdLst>
            <a:ahLst/>
            <a:cxnLst>
              <a:cxn ang="0">
                <a:pos x="connsiteX0" y="connsiteY0"/>
              </a:cxn>
              <a:cxn ang="0">
                <a:pos x="connsiteX1" y="connsiteY1"/>
              </a:cxn>
              <a:cxn ang="0">
                <a:pos x="connsiteX2" y="connsiteY2"/>
              </a:cxn>
              <a:cxn ang="0">
                <a:pos x="connsiteX3" y="connsiteY3"/>
              </a:cxn>
            </a:cxnLst>
            <a:rect l="l" t="t" r="r" b="b"/>
            <a:pathLst>
              <a:path w="1046117" h="523058">
                <a:moveTo>
                  <a:pt x="523059" y="0"/>
                </a:moveTo>
                <a:cubicBezTo>
                  <a:pt x="234100" y="0"/>
                  <a:pt x="0" y="234100"/>
                  <a:pt x="0" y="523059"/>
                </a:cubicBezTo>
                <a:lnTo>
                  <a:pt x="1046118" y="523059"/>
                </a:lnTo>
                <a:cubicBezTo>
                  <a:pt x="1045825" y="234100"/>
                  <a:pt x="811724" y="0"/>
                  <a:pt x="523059" y="0"/>
                </a:cubicBezTo>
                <a:close/>
              </a:path>
            </a:pathLst>
          </a:custGeom>
          <a:solidFill>
            <a:schemeClr val="accent1"/>
          </a:solidFill>
          <a:ln w="2934" cap="flat">
            <a:noFill/>
            <a:prstDash val="solid"/>
            <a:miter/>
          </a:ln>
        </p:spPr>
        <p:txBody>
          <a:bodyPr rtlCol="0" anchor="ctr"/>
          <a:lstStyle/>
          <a:p>
            <a:endParaRPr lang="zh-CN" altLang="en-US" sz="1350"/>
          </a:p>
        </p:txBody>
      </p:sp>
      <p:sp>
        <p:nvSpPr>
          <p:cNvPr id="2" name="标题 1"/>
          <p:cNvSpPr>
            <a:spLocks noGrp="1"/>
          </p:cNvSpPr>
          <p:nvPr>
            <p:ph type="ctrTitle"/>
            <p:custDataLst>
              <p:tags r:id="rId35"/>
            </p:custDataLst>
          </p:nvPr>
        </p:nvSpPr>
        <p:spPr>
          <a:xfrm>
            <a:off x="1668932" y="1682585"/>
            <a:ext cx="5817719" cy="2072697"/>
          </a:xfrm>
        </p:spPr>
        <p:txBody>
          <a:bodyPr anchor="b">
            <a:normAutofit/>
          </a:bodyPr>
          <a:lstStyle>
            <a:lvl1pPr algn="ctr">
              <a:lnSpc>
                <a:spcPct val="100000"/>
              </a:lnSpc>
              <a:defRPr sz="4950"/>
            </a:lvl1pPr>
          </a:lstStyle>
          <a:p>
            <a:r>
              <a:rPr lang="zh-CN" altLang="en-US" dirty="0"/>
              <a:t>单击此处编辑母版标题样式</a:t>
            </a:r>
            <a:endParaRPr lang="zh-CN" altLang="en-US" dirty="0"/>
          </a:p>
        </p:txBody>
      </p:sp>
      <p:sp>
        <p:nvSpPr>
          <p:cNvPr id="4" name="日期占位符 3"/>
          <p:cNvSpPr>
            <a:spLocks noGrp="1"/>
          </p:cNvSpPr>
          <p:nvPr>
            <p:ph type="dt" sz="half" idx="10"/>
            <p:custDataLst>
              <p:tags r:id="rId36"/>
            </p:custDataLst>
          </p:nvPr>
        </p:nvSpPr>
        <p:spPr/>
        <p:txBody>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37"/>
            </p:custDataLst>
          </p:nvPr>
        </p:nvSpPr>
        <p:spPr/>
        <p:txBody>
          <a:bodyPr/>
          <a:lstStyle/>
          <a:p>
            <a:endParaRPr lang="zh-CN" altLang="en-US"/>
          </a:p>
        </p:txBody>
      </p:sp>
      <p:sp>
        <p:nvSpPr>
          <p:cNvPr id="6" name="灯片编号占位符 5"/>
          <p:cNvSpPr>
            <a:spLocks noGrp="1"/>
          </p:cNvSpPr>
          <p:nvPr>
            <p:ph type="sldNum" sz="quarter" idx="12"/>
            <p:custDataLst>
              <p:tags r:id="rId38"/>
            </p:custDataLst>
          </p:nvPr>
        </p:nvSpPr>
        <p:spPr>
          <a:xfrm>
            <a:off x="6457950" y="5624513"/>
            <a:ext cx="2057400" cy="273844"/>
          </a:xfrm>
        </p:spPr>
        <p:txBody>
          <a:bodyPr/>
          <a:lstStyle/>
          <a:p>
            <a:fld id="{BE5F26B5-172A-4DC2-B0B7-181CFC56B87C}" type="slidenum">
              <a:rPr lang="zh-CN" altLang="en-US" smtClean="0"/>
            </a:fld>
            <a:endParaRPr lang="zh-CN" altLang="en-US"/>
          </a:p>
        </p:txBody>
      </p:sp>
      <p:sp>
        <p:nvSpPr>
          <p:cNvPr id="46" name="文本占位符 9"/>
          <p:cNvSpPr>
            <a:spLocks noGrp="1"/>
          </p:cNvSpPr>
          <p:nvPr>
            <p:ph type="body" sz="quarter" idx="18" hasCustomPrompt="1"/>
            <p:custDataLst>
              <p:tags r:id="rId39"/>
            </p:custDataLst>
          </p:nvPr>
        </p:nvSpPr>
        <p:spPr>
          <a:xfrm>
            <a:off x="365078" y="1104899"/>
            <a:ext cx="1159926" cy="378000"/>
          </a:xfrm>
        </p:spPr>
        <p:txBody>
          <a:bodyPr anchor="ctr">
            <a:normAutofit/>
          </a:bodyPr>
          <a:lstStyle>
            <a:lvl1pPr marL="0" indent="0">
              <a:lnSpc>
                <a:spcPct val="100000"/>
              </a:lnSpc>
              <a:buNone/>
              <a:defRPr sz="900" b="1"/>
            </a:lvl1pPr>
          </a:lstStyle>
          <a:p>
            <a:pPr lvl="0"/>
            <a:r>
              <a:rPr lang="zh-CN" altLang="en-US" dirty="0"/>
              <a:t>公司名占位符</a:t>
            </a:r>
            <a:endParaRPr lang="zh-CN" altLang="en-US" dirty="0"/>
          </a:p>
        </p:txBody>
      </p:sp>
      <p:sp>
        <p:nvSpPr>
          <p:cNvPr id="47" name="文本占位符 23"/>
          <p:cNvSpPr>
            <a:spLocks noGrp="1"/>
          </p:cNvSpPr>
          <p:nvPr>
            <p:ph type="body" sz="quarter" idx="19" hasCustomPrompt="1"/>
            <p:custDataLst>
              <p:tags r:id="rId40"/>
            </p:custDataLst>
          </p:nvPr>
        </p:nvSpPr>
        <p:spPr>
          <a:xfrm>
            <a:off x="3586231" y="4011598"/>
            <a:ext cx="2057400" cy="378000"/>
          </a:xfrm>
          <a:prstGeom prst="roundRect">
            <a:avLst>
              <a:gd name="adj" fmla="val 50000"/>
            </a:avLst>
          </a:prstGeom>
          <a:noFill/>
          <a:ln>
            <a:solidFill>
              <a:schemeClr val="accent1"/>
            </a:solidFill>
          </a:ln>
        </p:spPr>
        <p:txBody>
          <a:bodyPr anchor="ctr">
            <a:normAutofit/>
          </a:bodyPr>
          <a:lstStyle>
            <a:lvl1pPr marL="0" indent="0" algn="ctr">
              <a:lnSpc>
                <a:spcPct val="100000"/>
              </a:lnSpc>
              <a:buNone/>
              <a:defRPr sz="1050" b="1">
                <a:solidFill>
                  <a:schemeClr val="accent6"/>
                </a:solidFill>
              </a:defRPr>
            </a:lvl1pPr>
          </a:lstStyle>
          <a:p>
            <a:pPr lvl="0"/>
            <a:r>
              <a:rPr lang="zh-CN" altLang="en-US" dirty="0"/>
              <a:t>署名占位符</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3" Type="http://schemas.openxmlformats.org/officeDocument/2006/relationships/theme" Target="../theme/theme2.xml"/><Relationship Id="rId22" Type="http://schemas.openxmlformats.org/officeDocument/2006/relationships/tags" Target="../tags/tag212.xml"/><Relationship Id="rId21" Type="http://schemas.openxmlformats.org/officeDocument/2006/relationships/tags" Target="../tags/tag211.xml"/><Relationship Id="rId20" Type="http://schemas.openxmlformats.org/officeDocument/2006/relationships/tags" Target="../tags/tag210.xml"/><Relationship Id="rId2" Type="http://schemas.openxmlformats.org/officeDocument/2006/relationships/slideLayout" Target="../slideLayouts/slideLayout13.xml"/><Relationship Id="rId19" Type="http://schemas.openxmlformats.org/officeDocument/2006/relationships/tags" Target="../tags/tag209.xml"/><Relationship Id="rId18" Type="http://schemas.openxmlformats.org/officeDocument/2006/relationships/tags" Target="../tags/tag208.xml"/><Relationship Id="rId17" Type="http://schemas.openxmlformats.org/officeDocument/2006/relationships/tags" Target="../tags/tag207.xml"/><Relationship Id="rId16" Type="http://schemas.openxmlformats.org/officeDocument/2006/relationships/tags" Target="../tags/tag206.xml"/><Relationship Id="rId15" Type="http://schemas.openxmlformats.org/officeDocument/2006/relationships/tags" Target="../tags/tag205.xml"/><Relationship Id="rId14" Type="http://schemas.openxmlformats.org/officeDocument/2006/relationships/tags" Target="../tags/tag204.xml"/><Relationship Id="rId13" Type="http://schemas.openxmlformats.org/officeDocument/2006/relationships/tags" Target="../tags/tag203.xml"/><Relationship Id="rId12" Type="http://schemas.openxmlformats.org/officeDocument/2006/relationships/tags" Target="../tags/tag20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521970" y="1127250"/>
            <a:ext cx="8100000" cy="540000"/>
          </a:xfrm>
          <a:prstGeom prst="rect">
            <a:avLst/>
          </a:prstGeom>
        </p:spPr>
        <p:txBody>
          <a:bodyPr vert="horz" lIns="0" tIns="0" rIns="0" bIns="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521970" y="1833562"/>
            <a:ext cx="8100000" cy="3655219"/>
          </a:xfrm>
          <a:prstGeom prst="rect">
            <a:avLst/>
          </a:prstGeom>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custDataLst>
              <p:tags r:id="rId14"/>
            </p:custDataLst>
          </p:nvPr>
        </p:nvSpPr>
        <p:spPr>
          <a:xfrm>
            <a:off x="521970" y="562451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3028950" y="562451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6"/>
            </p:custDataLst>
          </p:nvPr>
        </p:nvSpPr>
        <p:spPr>
          <a:xfrm>
            <a:off x="6565487" y="562451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E5F26B5-172A-4DC2-B0B7-181CFC56B87C}" type="slidenum">
              <a:rPr lang="zh-CN" altLang="en-US" smtClean="0"/>
            </a:fld>
            <a:endParaRPr lang="zh-CN" altLang="en-US"/>
          </a:p>
        </p:txBody>
      </p:sp>
      <p:cxnSp>
        <p:nvCxnSpPr>
          <p:cNvPr id="14" name="直接连接符 13"/>
          <p:cNvCxnSpPr/>
          <p:nvPr userDrawn="1">
            <p:custDataLst>
              <p:tags r:id="rId17"/>
            </p:custDataLst>
          </p:nvPr>
        </p:nvCxnSpPr>
        <p:spPr>
          <a:xfrm>
            <a:off x="613610" y="1700023"/>
            <a:ext cx="7901740"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任意多边形: 形状 14"/>
          <p:cNvSpPr/>
          <p:nvPr userDrawn="1">
            <p:custDataLst>
              <p:tags r:id="rId18"/>
            </p:custDataLst>
          </p:nvPr>
        </p:nvSpPr>
        <p:spPr>
          <a:xfrm>
            <a:off x="154912" y="5499206"/>
            <a:ext cx="1007406" cy="501545"/>
          </a:xfrm>
          <a:custGeom>
            <a:avLst/>
            <a:gdLst>
              <a:gd name="connsiteX0" fmla="*/ 671605 w 1343208"/>
              <a:gd name="connsiteY0" fmla="*/ 0 h 668726"/>
              <a:gd name="connsiteX1" fmla="*/ 1330834 w 1343208"/>
              <a:gd name="connsiteY1" fmla="*/ 544421 h 668726"/>
              <a:gd name="connsiteX2" fmla="*/ 1343208 w 1343208"/>
              <a:gd name="connsiteY2" fmla="*/ 668726 h 668726"/>
              <a:gd name="connsiteX3" fmla="*/ 0 w 1343208"/>
              <a:gd name="connsiteY3" fmla="*/ 668726 h 668726"/>
              <a:gd name="connsiteX4" fmla="*/ 12374 w 1343208"/>
              <a:gd name="connsiteY4" fmla="*/ 544421 h 668726"/>
              <a:gd name="connsiteX5" fmla="*/ 671605 w 1343208"/>
              <a:gd name="connsiteY5" fmla="*/ 0 h 66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208" h="668726">
                <a:moveTo>
                  <a:pt x="671605" y="0"/>
                </a:moveTo>
                <a:cubicBezTo>
                  <a:pt x="996697" y="0"/>
                  <a:pt x="1268070" y="233786"/>
                  <a:pt x="1330834" y="544421"/>
                </a:cubicBezTo>
                <a:lnTo>
                  <a:pt x="1343208" y="668726"/>
                </a:lnTo>
                <a:lnTo>
                  <a:pt x="0" y="668726"/>
                </a:lnTo>
                <a:lnTo>
                  <a:pt x="12374" y="544421"/>
                </a:lnTo>
                <a:cubicBezTo>
                  <a:pt x="75138" y="233786"/>
                  <a:pt x="346512" y="0"/>
                  <a:pt x="671605" y="0"/>
                </a:cubicBezTo>
                <a:close/>
              </a:path>
            </a:pathLst>
          </a:custGeom>
          <a:solidFill>
            <a:schemeClr val="accent1"/>
          </a:solidFill>
          <a:ln w="2934" cap="flat">
            <a:noFill/>
            <a:prstDash val="solid"/>
            <a:miter/>
          </a:ln>
        </p:spPr>
        <p:txBody>
          <a:bodyPr wrap="square" rtlCol="0" anchor="ctr">
            <a:noAutofit/>
          </a:bodyPr>
          <a:lstStyle/>
          <a:p>
            <a:endParaRPr lang="zh-CN" altLang="en-US" sz="1350"/>
          </a:p>
        </p:txBody>
      </p:sp>
      <p:cxnSp>
        <p:nvCxnSpPr>
          <p:cNvPr id="16" name="直接连接符 15"/>
          <p:cNvCxnSpPr/>
          <p:nvPr userDrawn="1">
            <p:custDataLst>
              <p:tags r:id="rId19"/>
            </p:custDataLst>
          </p:nvPr>
        </p:nvCxnSpPr>
        <p:spPr>
          <a:xfrm>
            <a:off x="1162318" y="5753100"/>
            <a:ext cx="6760369"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 name="任意多边形: 形状 16"/>
          <p:cNvSpPr/>
          <p:nvPr userDrawn="1">
            <p:custDataLst>
              <p:tags r:id="rId20"/>
            </p:custDataLst>
          </p:nvPr>
        </p:nvSpPr>
        <p:spPr>
          <a:xfrm>
            <a:off x="806801" y="5676272"/>
            <a:ext cx="647069" cy="323534"/>
          </a:xfrm>
          <a:custGeom>
            <a:avLst/>
            <a:gdLst>
              <a:gd name="connsiteX0" fmla="*/ 523059 w 1046117"/>
              <a:gd name="connsiteY0" fmla="*/ 0 h 523058"/>
              <a:gd name="connsiteX1" fmla="*/ 0 w 1046117"/>
              <a:gd name="connsiteY1" fmla="*/ 523059 h 523058"/>
              <a:gd name="connsiteX2" fmla="*/ 1046118 w 1046117"/>
              <a:gd name="connsiteY2" fmla="*/ 523059 h 523058"/>
              <a:gd name="connsiteX3" fmla="*/ 523059 w 1046117"/>
              <a:gd name="connsiteY3" fmla="*/ 0 h 523058"/>
            </a:gdLst>
            <a:ahLst/>
            <a:cxnLst>
              <a:cxn ang="0">
                <a:pos x="connsiteX0" y="connsiteY0"/>
              </a:cxn>
              <a:cxn ang="0">
                <a:pos x="connsiteX1" y="connsiteY1"/>
              </a:cxn>
              <a:cxn ang="0">
                <a:pos x="connsiteX2" y="connsiteY2"/>
              </a:cxn>
              <a:cxn ang="0">
                <a:pos x="connsiteX3" y="connsiteY3"/>
              </a:cxn>
            </a:cxnLst>
            <a:rect l="l" t="t" r="r" b="b"/>
            <a:pathLst>
              <a:path w="1046117" h="523058">
                <a:moveTo>
                  <a:pt x="523059" y="0"/>
                </a:moveTo>
                <a:cubicBezTo>
                  <a:pt x="234100" y="0"/>
                  <a:pt x="0" y="234100"/>
                  <a:pt x="0" y="523059"/>
                </a:cubicBezTo>
                <a:lnTo>
                  <a:pt x="1046118" y="523059"/>
                </a:lnTo>
                <a:cubicBezTo>
                  <a:pt x="1045825" y="234100"/>
                  <a:pt x="811724" y="0"/>
                  <a:pt x="523059" y="0"/>
                </a:cubicBezTo>
                <a:close/>
              </a:path>
            </a:pathLst>
          </a:custGeom>
          <a:solidFill>
            <a:schemeClr val="accent2"/>
          </a:solidFill>
          <a:ln w="2934" cap="flat">
            <a:noFill/>
            <a:prstDash val="solid"/>
            <a:miter/>
          </a:ln>
        </p:spPr>
        <p:txBody>
          <a:bodyPr rtlCol="0" anchor="ctr"/>
          <a:lstStyle/>
          <a:p>
            <a:endParaRPr lang="zh-CN" altLang="en-US" sz="1350" dirty="0"/>
          </a:p>
        </p:txBody>
      </p:sp>
      <p:sp>
        <p:nvSpPr>
          <p:cNvPr id="18" name="任意多边形: 形状 17"/>
          <p:cNvSpPr/>
          <p:nvPr userDrawn="1">
            <p:custDataLst>
              <p:tags r:id="rId21"/>
            </p:custDataLst>
          </p:nvPr>
        </p:nvSpPr>
        <p:spPr>
          <a:xfrm>
            <a:off x="7739539" y="5400199"/>
            <a:ext cx="1404461" cy="600551"/>
          </a:xfrm>
          <a:custGeom>
            <a:avLst/>
            <a:gdLst>
              <a:gd name="connsiteX0" fmla="*/ 1267016 w 2192479"/>
              <a:gd name="connsiteY0" fmla="*/ 0 h 936989"/>
              <a:gd name="connsiteX1" fmla="*/ 2109873 w 2192479"/>
              <a:gd name="connsiteY1" fmla="*/ 302578 h 936989"/>
              <a:gd name="connsiteX2" fmla="*/ 2192479 w 2192479"/>
              <a:gd name="connsiteY2" fmla="*/ 377655 h 936989"/>
              <a:gd name="connsiteX3" fmla="*/ 2192479 w 2192479"/>
              <a:gd name="connsiteY3" fmla="*/ 936989 h 936989"/>
              <a:gd name="connsiteX4" fmla="*/ 0 w 2192479"/>
              <a:gd name="connsiteY4" fmla="*/ 936989 h 936989"/>
              <a:gd name="connsiteX5" fmla="*/ 1534 w 2192479"/>
              <a:gd name="connsiteY5" fmla="*/ 931024 h 936989"/>
              <a:gd name="connsiteX6" fmla="*/ 1267016 w 2192479"/>
              <a:gd name="connsiteY6" fmla="*/ 0 h 93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2479" h="936989">
                <a:moveTo>
                  <a:pt x="1267016" y="0"/>
                </a:moveTo>
                <a:cubicBezTo>
                  <a:pt x="1587182" y="0"/>
                  <a:pt x="1880826" y="113551"/>
                  <a:pt x="2109873" y="302578"/>
                </a:cubicBezTo>
                <a:lnTo>
                  <a:pt x="2192479" y="377655"/>
                </a:lnTo>
                <a:lnTo>
                  <a:pt x="2192479" y="936989"/>
                </a:lnTo>
                <a:lnTo>
                  <a:pt x="0" y="936989"/>
                </a:lnTo>
                <a:lnTo>
                  <a:pt x="1534" y="931024"/>
                </a:lnTo>
                <a:cubicBezTo>
                  <a:pt x="169301" y="391636"/>
                  <a:pt x="672423" y="0"/>
                  <a:pt x="1267016" y="0"/>
                </a:cubicBezTo>
                <a:close/>
              </a:path>
            </a:pathLst>
          </a:custGeom>
          <a:solidFill>
            <a:schemeClr val="accent6"/>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p>
        </p:txBody>
      </p:sp>
      <p:sp>
        <p:nvSpPr>
          <p:cNvPr id="8" name="KSO_TEMPLATE" hidden="1"/>
          <p:cNvSpPr/>
          <p:nvPr userDrawn="1">
            <p:custDataLst>
              <p:tags r:id="rId22"/>
            </p:custDataLst>
          </p:nvPr>
        </p:nvSpPr>
        <p:spPr>
          <a:xfrm>
            <a:off x="0" y="857250"/>
            <a:ext cx="0" cy="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sz="135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171450" indent="-171450" algn="l" defTabSz="685800" rtl="0" eaLnBrk="1" latinLnBrk="0" hangingPunct="1">
        <a:lnSpc>
          <a:spcPct val="130000"/>
        </a:lnSpc>
        <a:spcBef>
          <a:spcPts val="750"/>
        </a:spcBef>
        <a:buFont typeface="Arial" panose="020B0604020202090204" pitchFamily="34" charset="0"/>
        <a:buChar char="•"/>
        <a:defRPr sz="1350" kern="1200">
          <a:solidFill>
            <a:schemeClr val="tx1"/>
          </a:solidFill>
          <a:latin typeface="+mn-lt"/>
          <a:ea typeface="+mn-ea"/>
          <a:cs typeface="+mn-cs"/>
        </a:defRPr>
      </a:lvl1pPr>
      <a:lvl2pPr marL="403860" indent="-154940" algn="l" defTabSz="685800" rtl="0" eaLnBrk="1" latinLnBrk="0" hangingPunct="1">
        <a:lnSpc>
          <a:spcPct val="130000"/>
        </a:lnSpc>
        <a:spcBef>
          <a:spcPts val="0"/>
        </a:spcBef>
        <a:buFont typeface="Arial" panose="020B0604020202090204" pitchFamily="34" charset="0"/>
        <a:buChar char="•"/>
        <a:defRPr sz="1350" kern="1200">
          <a:solidFill>
            <a:schemeClr val="tx1">
              <a:lumMod val="65000"/>
              <a:lumOff val="35000"/>
            </a:schemeClr>
          </a:solidFill>
          <a:latin typeface="+mn-lt"/>
          <a:ea typeface="+mn-ea"/>
          <a:cs typeface="+mn-cs"/>
        </a:defRPr>
      </a:lvl2pPr>
      <a:lvl3pPr marL="599440" indent="-121285" algn="l" defTabSz="685800" rtl="0" eaLnBrk="1" latinLnBrk="0" hangingPunct="1">
        <a:lnSpc>
          <a:spcPct val="130000"/>
        </a:lnSpc>
        <a:spcBef>
          <a:spcPts val="0"/>
        </a:spcBef>
        <a:buFont typeface="Arial" panose="020B0604020202090204" pitchFamily="34" charset="0"/>
        <a:buChar char="•"/>
        <a:defRPr sz="1350" kern="1200">
          <a:solidFill>
            <a:schemeClr val="tx1">
              <a:lumMod val="65000"/>
              <a:lumOff val="35000"/>
            </a:schemeClr>
          </a:solidFill>
          <a:latin typeface="+mn-lt"/>
          <a:ea typeface="+mn-ea"/>
          <a:cs typeface="+mn-cs"/>
        </a:defRPr>
      </a:lvl3pPr>
      <a:lvl4pPr marL="772795" indent="-111760" algn="l" defTabSz="685800" rtl="0" eaLnBrk="1" latinLnBrk="0" hangingPunct="1">
        <a:lnSpc>
          <a:spcPct val="130000"/>
        </a:lnSpc>
        <a:spcBef>
          <a:spcPts val="0"/>
        </a:spcBef>
        <a:buFont typeface="Arial" panose="020B0604020202090204" pitchFamily="34" charset="0"/>
        <a:buChar char="•"/>
        <a:defRPr sz="1350" kern="1200">
          <a:solidFill>
            <a:schemeClr val="tx1">
              <a:lumMod val="65000"/>
              <a:lumOff val="35000"/>
            </a:schemeClr>
          </a:solidFill>
          <a:latin typeface="+mn-lt"/>
          <a:ea typeface="+mn-ea"/>
          <a:cs typeface="+mn-cs"/>
        </a:defRPr>
      </a:lvl4pPr>
      <a:lvl5pPr marL="926465" indent="-95250" algn="l" defTabSz="685800" rtl="0" eaLnBrk="1" latinLnBrk="0" hangingPunct="1">
        <a:lnSpc>
          <a:spcPct val="130000"/>
        </a:lnSpc>
        <a:spcBef>
          <a:spcPts val="0"/>
        </a:spcBef>
        <a:buFont typeface="Arial" panose="020B0604020202090204" pitchFamily="34" charset="0"/>
        <a:buChar char="•"/>
        <a:defRPr sz="1350" kern="1200">
          <a:solidFill>
            <a:schemeClr val="tx1">
              <a:lumMod val="65000"/>
              <a:lumOff val="3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19.xml"/><Relationship Id="rId2" Type="http://schemas.openxmlformats.org/officeDocument/2006/relationships/tags" Target="../tags/tag218.xml"/><Relationship Id="rId1" Type="http://schemas.openxmlformats.org/officeDocument/2006/relationships/tags" Target="../tags/tag217.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22.xml"/><Relationship Id="rId2" Type="http://schemas.openxmlformats.org/officeDocument/2006/relationships/tags" Target="../tags/tag221.xml"/><Relationship Id="rId1" Type="http://schemas.openxmlformats.org/officeDocument/2006/relationships/tags" Target="../tags/tag220.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26.xml"/><Relationship Id="rId3" Type="http://schemas.openxmlformats.org/officeDocument/2006/relationships/tags" Target="../tags/tag225.xml"/><Relationship Id="rId2" Type="http://schemas.openxmlformats.org/officeDocument/2006/relationships/tags" Target="../tags/tag224.xml"/><Relationship Id="rId1" Type="http://schemas.openxmlformats.org/officeDocument/2006/relationships/tags" Target="../tags/tag223.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30.xml"/><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tags" Target="../tags/tag22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33.xml"/><Relationship Id="rId2" Type="http://schemas.openxmlformats.org/officeDocument/2006/relationships/tags" Target="../tags/tag232.xml"/><Relationship Id="rId1" Type="http://schemas.openxmlformats.org/officeDocument/2006/relationships/tags" Target="../tags/tag231.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tags" Target="../tags/tag234.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tags" Target="../tags/tag237.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42.xml"/><Relationship Id="rId3" Type="http://schemas.openxmlformats.org/officeDocument/2006/relationships/image" Target="../media/image5.jpeg"/><Relationship Id="rId2" Type="http://schemas.openxmlformats.org/officeDocument/2006/relationships/tags" Target="../tags/tag241.xml"/><Relationship Id="rId1" Type="http://schemas.openxmlformats.org/officeDocument/2006/relationships/tags" Target="../tags/tag240.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tags" Target="../tags/tag243.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48.xml"/><Relationship Id="rId2" Type="http://schemas.openxmlformats.org/officeDocument/2006/relationships/tags" Target="../tags/tag247.xml"/><Relationship Id="rId1" Type="http://schemas.openxmlformats.org/officeDocument/2006/relationships/tags" Target="../tags/tag246.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51.xml"/><Relationship Id="rId2" Type="http://schemas.openxmlformats.org/officeDocument/2006/relationships/tags" Target="../tags/tag250.xml"/><Relationship Id="rId1" Type="http://schemas.openxmlformats.org/officeDocument/2006/relationships/tags" Target="../tags/tag249.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54.xml"/><Relationship Id="rId2" Type="http://schemas.openxmlformats.org/officeDocument/2006/relationships/tags" Target="../tags/tag253.xml"/><Relationship Id="rId1" Type="http://schemas.openxmlformats.org/officeDocument/2006/relationships/tags" Target="../tags/tag252.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tags" Target="../tags/tag256.xml"/><Relationship Id="rId5" Type="http://schemas.openxmlformats.org/officeDocument/2006/relationships/image" Target="../media/image9.jpeg"/><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tags" Target="../tags/tag255.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59.xml"/><Relationship Id="rId2" Type="http://schemas.openxmlformats.org/officeDocument/2006/relationships/tags" Target="../tags/tag258.xml"/><Relationship Id="rId1" Type="http://schemas.openxmlformats.org/officeDocument/2006/relationships/tags" Target="../tags/tag2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Subtitle 2"/>
          <p:cNvSpPr>
            <a:spLocks noGrp="1"/>
          </p:cNvSpPr>
          <p:nvPr>
            <p:custDataLst>
              <p:tags r:id="rId1"/>
            </p:custDataLst>
          </p:nvPr>
        </p:nvSpPr>
        <p:spPr>
          <a:xfrm>
            <a:off x="1371600" y="3886200"/>
            <a:ext cx="6400800" cy="175260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panose="020B060402020209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9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9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9pPr>
          </a:lstStyle>
          <a:p>
            <a:r>
              <a:rPr>
                <a:solidFill>
                  <a:schemeClr val="tx1"/>
                </a:solidFill>
              </a:rPr>
              <a:t>A Geo-Based Note Sharing App</a:t>
            </a:r>
            <a:endParaRPr>
              <a:solidFill>
                <a:schemeClr val="tx1"/>
              </a:solidFill>
            </a:endParaRPr>
          </a:p>
          <a:p>
            <a:endParaRPr lang="en-US" sz="1800">
              <a:solidFill>
                <a:schemeClr val="tx1"/>
              </a:solidFill>
            </a:endParaRPr>
          </a:p>
          <a:p>
            <a:r>
              <a:rPr lang="en-US" sz="1800">
                <a:solidFill>
                  <a:schemeClr val="tx1"/>
                </a:solidFill>
              </a:rPr>
              <a:t>group member : Li Zhixiao23219669  Wang Yuanzhe23219679  Zhang Zekai23219680</a:t>
            </a:r>
            <a:endParaRPr lang="en-US" sz="1800">
              <a:solidFill>
                <a:schemeClr val="tx1"/>
              </a:solidFill>
            </a:endParaRPr>
          </a:p>
        </p:txBody>
      </p:sp>
      <p:sp>
        <p:nvSpPr>
          <p:cNvPr id="20" name="标题"/>
          <p:cNvSpPr>
            <a:spLocks noGrp="1"/>
          </p:cNvSpPr>
          <p:nvPr>
            <p:ph type="ctrTitle"/>
            <p:custDataLst>
              <p:tags r:id="rId2"/>
            </p:custDataLst>
          </p:nvPr>
        </p:nvSpPr>
        <p:spPr>
          <a:xfrm>
            <a:off x="628650" y="2099250"/>
            <a:ext cx="7886700" cy="1350000"/>
          </a:xfrm>
        </p:spPr>
        <p:txBody>
          <a:bodyPr>
            <a:normAutofit/>
          </a:bodyPr>
          <a:lstStyle/>
          <a:p>
            <a:pPr marL="0" indent="0" algn="ctr">
              <a:lnSpc>
                <a:spcPct val="100000"/>
              </a:lnSpc>
              <a:spcBef>
                <a:spcPts val="0"/>
              </a:spcBef>
              <a:spcAft>
                <a:spcPts val="0"/>
              </a:spcAft>
              <a:buSzPct val="100000"/>
            </a:pPr>
            <a:r>
              <a:rPr altLang="en-US" sz="4950"/>
              <a:t>MapNotes Project </a:t>
            </a:r>
            <a:endParaRPr altLang="en-US" sz="4950"/>
          </a:p>
        </p:txBody>
      </p:sp>
      <p:sp>
        <p:nvSpPr>
          <p:cNvPr id="21" name="副标题"/>
          <p:cNvSpPr>
            <a:spLocks noGrp="1"/>
          </p:cNvSpPr>
          <p:nvPr>
            <p:ph type="subTitle" idx="1"/>
            <p:custDataLst>
              <p:tags r:id="rId3"/>
            </p:custDataLst>
          </p:nvPr>
        </p:nvSpPr>
        <p:spPr>
          <a:xfrm>
            <a:off x="628650" y="3557250"/>
            <a:ext cx="7886700" cy="729000"/>
          </a:xfrm>
        </p:spPr>
        <p:txBody>
          <a:bodyPr/>
          <a:lstStyle/>
          <a:p>
            <a:pPr marL="0" indent="0" algn="ctr">
              <a:lnSpc>
                <a:spcPct val="100000"/>
              </a:lnSpc>
              <a:spcBef>
                <a:spcPts val="750"/>
              </a:spcBef>
              <a:spcAft>
                <a:spcPts val="0"/>
              </a:spcAft>
              <a:buSzPct val="100000"/>
            </a:pPr>
            <a:r>
              <a:rPr altLang="en-US" sz="1350"/>
              <a:t>A Geo-Based Note Sharing App</a:t>
            </a:r>
            <a:endParaRPr altLang="en-US" sz="1350"/>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标题 11"/>
          <p:cNvSpPr>
            <a:spLocks noGrp="1"/>
          </p:cNvSpPr>
          <p:nvPr>
            <p:ph type="title"/>
            <p:custDataLst>
              <p:tags r:id="rId1"/>
            </p:custDataLst>
          </p:nvPr>
        </p:nvSpPr>
        <p:spPr/>
        <p:txBody>
          <a:bodyPr vert="horz" lIns="0" tIns="0" rIns="0" bIns="0" rtlCol="0" anchor="ctr">
            <a:normAutofit/>
          </a:bodyPr>
          <a:lstStyle/>
          <a:p>
            <a:pPr lvl="0" algn="l">
              <a:buClrTx/>
              <a:buSzTx/>
              <a:buFontTx/>
            </a:pPr>
            <a:r>
              <a:rPr lang="zh-CN" altLang="en-US" dirty="0">
                <a:sym typeface="+mn-ea"/>
              </a:rPr>
              <a:t>App Idea – MapNotes</a:t>
            </a:r>
            <a:endParaRPr lang="zh-CN" altLang="en-US" dirty="0">
              <a:sym typeface="+mn-ea"/>
            </a:endParaRPr>
          </a:p>
        </p:txBody>
      </p:sp>
      <p:sp>
        <p:nvSpPr>
          <p:cNvPr id="10" name="Content Placeholder 2"/>
          <p:cNvSpPr>
            <a:spLocks noGrp="1"/>
          </p:cNvSpPr>
          <p:nvPr>
            <p:custDataLst>
              <p:tags r:id="rId2"/>
            </p:custDataLst>
          </p:nvPr>
        </p:nvSpPr>
        <p:spPr>
          <a:xfrm>
            <a:off x="521970" y="1940877"/>
            <a:ext cx="8100000" cy="3655219"/>
          </a:xfrm>
          <a:prstGeom prst="rect">
            <a:avLst/>
          </a:prstGeom>
        </p:spPr>
        <p:txBody>
          <a:bodyPr vert="horz" wrap="square" lIns="91440" tIns="45720" rIns="91440" bIns="45720" rtlCol="0">
            <a:normAutofit fontScale="90000" lnSpcReduction="20000"/>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r>
              <a:rPr sz="2800">
                <a:solidFill>
                  <a:schemeClr val="tx1"/>
                </a:solidFill>
              </a:rPr>
              <a:t>MapNotes is an Android application that allows users to create and share geo-tagged notes on a map.</a:t>
            </a:r>
            <a:endParaRPr sz="2800">
              <a:solidFill>
                <a:schemeClr val="tx1"/>
              </a:solidFill>
            </a:endParaRPr>
          </a:p>
          <a:p>
            <a:r>
              <a:rPr sz="2800">
                <a:solidFill>
                  <a:schemeClr val="tx1"/>
                </a:solidFill>
              </a:rPr>
              <a:t>Each note includes photos, text, and location data, turning the map into a shared visual diary.</a:t>
            </a:r>
            <a:endParaRPr sz="2800">
              <a:solidFill>
                <a:schemeClr val="tx1"/>
              </a:solidFill>
            </a:endParaRPr>
          </a:p>
          <a:p>
            <a:r>
              <a:rPr sz="2800">
                <a:solidFill>
                  <a:schemeClr val="tx1"/>
                </a:solidFill>
              </a:rPr>
              <a:t>Users can browse nearby posts and discover interesting places through shared stories.</a:t>
            </a:r>
            <a:endParaRPr sz="2800">
              <a:solidFill>
                <a:schemeClr val="tx1"/>
              </a:solidFill>
            </a:endParaRPr>
          </a:p>
          <a:p>
            <a:endParaRPr sz="2800">
              <a:solidFill>
                <a:schemeClr val="tx1"/>
              </a:solidFill>
            </a:endParaRPr>
          </a:p>
          <a:p>
            <a:r>
              <a:rPr sz="2800">
                <a:solidFill>
                  <a:schemeClr val="tx1"/>
                </a:solidFill>
              </a:rPr>
              <a:t>Core innovation: Combines Amap SDK and Clustering to solve performance and clutter issues of dense markers.</a:t>
            </a:r>
            <a:endParaRPr sz="2800">
              <a:solidFill>
                <a:schemeClr val="tx1"/>
              </a:solidFill>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标题 12"/>
          <p:cNvSpPr>
            <a:spLocks noGrp="1"/>
          </p:cNvSpPr>
          <p:nvPr>
            <p:ph type="title"/>
            <p:custDataLst>
              <p:tags r:id="rId1"/>
            </p:custDataLst>
          </p:nvPr>
        </p:nvSpPr>
        <p:spPr/>
        <p:txBody>
          <a:bodyPr vert="horz" lIns="0" tIns="0" rIns="0" bIns="0" rtlCol="0" anchor="ctr">
            <a:normAutofit/>
          </a:bodyPr>
          <a:lstStyle/>
          <a:p>
            <a:pPr lvl="0" algn="l">
              <a:buClrTx/>
              <a:buSzTx/>
              <a:buFontTx/>
            </a:pPr>
            <a:r>
              <a:rPr lang="zh-CN" altLang="en-US" dirty="0">
                <a:sym typeface="+mn-ea"/>
              </a:rPr>
              <a:t>Similar / Related Apps</a:t>
            </a:r>
            <a:endParaRPr lang="zh-CN" altLang="en-US" dirty="0">
              <a:sym typeface="+mn-ea"/>
            </a:endParaRPr>
          </a:p>
        </p:txBody>
      </p:sp>
      <p:graphicFrame>
        <p:nvGraphicFramePr>
          <p:cNvPr id="2" name="表格 1"/>
          <p:cNvGraphicFramePr/>
          <p:nvPr>
            <p:custDataLst>
              <p:tags r:id="rId2"/>
            </p:custDataLst>
          </p:nvPr>
        </p:nvGraphicFramePr>
        <p:xfrm>
          <a:off x="835660" y="1950085"/>
          <a:ext cx="7642860" cy="3431540"/>
        </p:xfrm>
        <a:graphic>
          <a:graphicData uri="http://schemas.openxmlformats.org/drawingml/2006/table">
            <a:tbl>
              <a:tblPr/>
              <a:tblGrid>
                <a:gridCol w="1910715"/>
                <a:gridCol w="1910715"/>
                <a:gridCol w="1910715"/>
                <a:gridCol w="1910715"/>
              </a:tblGrid>
              <a:tr h="285750">
                <a:tc>
                  <a:txBody>
                    <a:bodyPr/>
                    <a:p>
                      <a:pPr>
                        <a:lnSpc>
                          <a:spcPct val="114000"/>
                        </a:lnSpc>
                        <a:spcBef>
                          <a:spcPct val="0"/>
                        </a:spcBef>
                        <a:spcAft>
                          <a:spcPts val="1000"/>
                        </a:spcAft>
                      </a:pPr>
                      <a:r>
                        <a:rPr lang="en-US" altLang="zh-CN" sz="1100">
                          <a:latin typeface="Arial" panose="020B0604020202090204"/>
                          <a:ea typeface="ＭＳ 明朝"/>
                        </a:rPr>
                        <a:t>App Name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Description</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Similar Features</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Limitations</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857885">
                <a:tc>
                  <a:txBody>
                    <a:bodyPr/>
                    <a:p>
                      <a:pPr>
                        <a:lnSpc>
                          <a:spcPct val="114000"/>
                        </a:lnSpc>
                        <a:spcBef>
                          <a:spcPct val="0"/>
                        </a:spcBef>
                        <a:spcAft>
                          <a:spcPts val="1000"/>
                        </a:spcAft>
                      </a:pPr>
                      <a:r>
                        <a:rPr lang="en-US" altLang="zh-CN" sz="1100">
                          <a:latin typeface="Arial" panose="020B0604020202090204"/>
                          <a:ea typeface="ＭＳ 明朝"/>
                        </a:rPr>
                        <a:t>Google Maps – Local Guides</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Allows users to add reviews and photos.</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Map + media + location data</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Focuses on business reviews only.</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858520">
                <a:tc>
                  <a:txBody>
                    <a:bodyPr/>
                    <a:p>
                      <a:pPr>
                        <a:lnSpc>
                          <a:spcPct val="114000"/>
                        </a:lnSpc>
                        <a:spcBef>
                          <a:spcPct val="0"/>
                        </a:spcBef>
                        <a:spcAft>
                          <a:spcPts val="1000"/>
                        </a:spcAft>
                      </a:pPr>
                      <a:r>
                        <a:rPr lang="en-US" altLang="zh-CN" sz="1100">
                          <a:latin typeface="Arial" panose="020B0604020202090204"/>
                          <a:ea typeface="ＭＳ 明朝"/>
                        </a:rPr>
                        <a:t>Travel Mapper</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Travel journal app with map pins and photos.</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Geo-tagged notes</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Lacks social or interactive features.</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857885">
                <a:tc>
                  <a:txBody>
                    <a:bodyPr/>
                    <a:p>
                      <a:pPr>
                        <a:lnSpc>
                          <a:spcPct val="114000"/>
                        </a:lnSpc>
                        <a:spcBef>
                          <a:spcPct val="0"/>
                        </a:spcBef>
                        <a:spcAft>
                          <a:spcPts val="1000"/>
                        </a:spcAft>
                      </a:pPr>
                      <a:r>
                        <a:rPr lang="en-US" altLang="zh-CN" sz="1100">
                          <a:latin typeface="Arial" panose="020B0604020202090204"/>
                          <a:ea typeface="ＭＳ 明朝"/>
                        </a:rPr>
                        <a:t>Mapstr</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Lets users pin favorite spots and categorize them.</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Map-based bookmarking</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No media upload or sharing.</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571500">
                <a:tc>
                  <a:txBody>
                    <a:bodyPr/>
                    <a:p>
                      <a:pPr>
                        <a:lnSpc>
                          <a:spcPct val="114000"/>
                        </a:lnSpc>
                        <a:spcBef>
                          <a:spcPct val="0"/>
                        </a:spcBef>
                        <a:spcAft>
                          <a:spcPts val="1000"/>
                        </a:spcAft>
                      </a:pPr>
                      <a:r>
                        <a:rPr lang="en-US" altLang="zh-CN" sz="1100">
                          <a:latin typeface="Arial" panose="020B0604020202090204"/>
                          <a:ea typeface="ＭＳ 明朝"/>
                        </a:rPr>
                        <a:t>Instagram Maps</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Shows posts on map view.</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Photo + location</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Not fully map-centric.</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标题 12"/>
          <p:cNvSpPr>
            <a:spLocks noGrp="1"/>
          </p:cNvSpPr>
          <p:nvPr>
            <p:ph type="title"/>
            <p:custDataLst>
              <p:tags r:id="rId1"/>
            </p:custDataLst>
          </p:nvPr>
        </p:nvSpPr>
        <p:spPr/>
        <p:txBody>
          <a:bodyPr vert="horz" lIns="0" tIns="0" rIns="0" bIns="0" rtlCol="0" anchor="ctr">
            <a:normAutofit/>
          </a:bodyPr>
          <a:lstStyle/>
          <a:p>
            <a:pPr lvl="0" algn="l">
              <a:buClrTx/>
              <a:buSzTx/>
              <a:buFontTx/>
            </a:pPr>
            <a:r>
              <a:rPr lang="zh-CN" altLang="en-US" dirty="0">
                <a:sym typeface="+mn-ea"/>
              </a:rPr>
              <a:t>Reusable Open Source Code</a:t>
            </a:r>
            <a:endParaRPr lang="zh-CN" altLang="en-US" dirty="0">
              <a:sym typeface="+mn-ea"/>
            </a:endParaRPr>
          </a:p>
        </p:txBody>
      </p:sp>
      <p:sp>
        <p:nvSpPr>
          <p:cNvPr id="16" name="Content Placeholder 2"/>
          <p:cNvSpPr>
            <a:spLocks noGrp="1"/>
          </p:cNvSpPr>
          <p:nvPr>
            <p:custDataLst>
              <p:tags r:id="rId2"/>
            </p:custDataLst>
          </p:nvPr>
        </p:nvSpPr>
        <p:spPr>
          <a:xfrm>
            <a:off x="521970" y="1833562"/>
            <a:ext cx="8100000" cy="3655219"/>
          </a:xfrm>
          <a:prstGeom prst="rect">
            <a:avLst/>
          </a:prstGeom>
        </p:spPr>
        <p:txBody>
          <a:bodyPr vert="horz" wrap="square" lIns="91440" tIns="45720" rIns="91440" bIns="45720" rtlCol="0">
            <a:norm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ct val="150000"/>
              </a:lnSpc>
              <a:buNone/>
            </a:pPr>
            <a:endParaRPr sz="2800">
              <a:solidFill>
                <a:schemeClr val="tx1"/>
              </a:solidFill>
            </a:endParaRPr>
          </a:p>
        </p:txBody>
      </p:sp>
      <p:graphicFrame>
        <p:nvGraphicFramePr>
          <p:cNvPr id="2" name="表格 1"/>
          <p:cNvGraphicFramePr/>
          <p:nvPr>
            <p:custDataLst>
              <p:tags r:id="rId3"/>
            </p:custDataLst>
          </p:nvPr>
        </p:nvGraphicFramePr>
        <p:xfrm>
          <a:off x="742950" y="1961515"/>
          <a:ext cx="7459980" cy="3473450"/>
        </p:xfrm>
        <a:graphic>
          <a:graphicData uri="http://schemas.openxmlformats.org/drawingml/2006/table">
            <a:tbl>
              <a:tblPr/>
              <a:tblGrid>
                <a:gridCol w="2486660"/>
                <a:gridCol w="2486660"/>
                <a:gridCol w="2486660"/>
              </a:tblGrid>
              <a:tr h="267335">
                <a:tc>
                  <a:txBody>
                    <a:bodyPr/>
                    <a:p>
                      <a:pPr>
                        <a:lnSpc>
                          <a:spcPct val="114000"/>
                        </a:lnSpc>
                        <a:spcBef>
                          <a:spcPct val="0"/>
                        </a:spcBef>
                        <a:spcAft>
                          <a:spcPts val="1000"/>
                        </a:spcAft>
                      </a:pPr>
                      <a:r>
                        <a:rPr lang="en-US" altLang="zh-CN" sz="1100">
                          <a:latin typeface="Arial" panose="020B0604020202090204"/>
                          <a:ea typeface="ＭＳ 明朝"/>
                        </a:rPr>
                        <a:t>Library / Source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Purpose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License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801370">
                <a:tc>
                  <a:txBody>
                    <a:bodyPr/>
                    <a:p>
                      <a:pPr>
                        <a:lnSpc>
                          <a:spcPct val="114000"/>
                        </a:lnSpc>
                        <a:spcBef>
                          <a:spcPct val="0"/>
                        </a:spcBef>
                        <a:spcAft>
                          <a:spcPts val="1000"/>
                        </a:spcAft>
                      </a:pPr>
                      <a:r>
                        <a:rPr lang="zh-CN" sz="1100">
                          <a:latin typeface="宋体"/>
                          <a:ea typeface="宋体"/>
                        </a:rPr>
                        <a:t>高德地图</a:t>
                      </a:r>
                      <a:r>
                        <a:rPr lang="zh-CN" altLang="en-US" sz="1100">
                          <a:latin typeface="Arial" panose="020B0604020202090204"/>
                          <a:ea typeface="ＭＳ 明朝"/>
                        </a:rPr>
                        <a:t> </a:t>
                      </a:r>
                      <a:r>
                        <a:rPr lang="en-US" altLang="zh-CN" sz="1100">
                          <a:latin typeface="Arial" panose="020B0604020202090204"/>
                          <a:ea typeface="ＭＳ 明朝"/>
                        </a:rPr>
                        <a:t>SDK for Android (Amap)</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Interactive map rendering</a:t>
                      </a:r>
                      <a:r>
                        <a:rPr lang="en-US" altLang="zh-CN" sz="1100">
                          <a:latin typeface="Arial" panose="020B0604020202090204"/>
                          <a:ea typeface="Arial" panose="020B0604020202090204"/>
                        </a:rPr>
                        <a:t>, </a:t>
                      </a:r>
                      <a:r>
                        <a:rPr lang="en-US" altLang="zh-CN" sz="1100">
                          <a:latin typeface="Arial" panose="020B0604020202090204"/>
                          <a:ea typeface="ＭＳ 明朝"/>
                        </a:rPr>
                        <a:t>GPS positioning</a:t>
                      </a:r>
                      <a:r>
                        <a:rPr lang="zh-CN" sz="1100">
                          <a:latin typeface="Arial" panose="020B0604020202090204"/>
                          <a:ea typeface="ＭＳ 明朝"/>
                        </a:rPr>
                        <a:t>，</a:t>
                      </a:r>
                      <a:r>
                        <a:rPr lang="en-US" altLang="zh-CN" sz="1100">
                          <a:latin typeface="Arial" panose="020B0604020202090204"/>
                          <a:ea typeface="ＭＳ 明朝"/>
                        </a:rPr>
                        <a:t>Official marker clustering API</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Commercial (Free Tier for Dev)</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534670">
                <a:tc>
                  <a:txBody>
                    <a:bodyPr/>
                    <a:p>
                      <a:pPr>
                        <a:lnSpc>
                          <a:spcPct val="114000"/>
                        </a:lnSpc>
                        <a:spcBef>
                          <a:spcPct val="0"/>
                        </a:spcBef>
                        <a:spcAft>
                          <a:spcPts val="1000"/>
                        </a:spcAft>
                      </a:pPr>
                      <a:r>
                        <a:rPr lang="en-US" altLang="zh-CN" sz="1100">
                          <a:latin typeface="Arial" panose="020B0604020202090204"/>
                          <a:ea typeface="ＭＳ 明朝"/>
                        </a:rPr>
                        <a:t>Firebase Auth &amp; Firestore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Login, storage, and database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Free tier</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66700">
                <a:tc>
                  <a:txBody>
                    <a:bodyPr/>
                    <a:p>
                      <a:pPr>
                        <a:lnSpc>
                          <a:spcPct val="114000"/>
                        </a:lnSpc>
                        <a:spcBef>
                          <a:spcPct val="0"/>
                        </a:spcBef>
                        <a:spcAft>
                          <a:spcPts val="1000"/>
                        </a:spcAft>
                      </a:pPr>
                      <a:r>
                        <a:rPr lang="en-US" altLang="zh-CN" sz="1100">
                          <a:latin typeface="Arial" panose="020B0604020202090204"/>
                          <a:ea typeface="ＭＳ 明朝"/>
                        </a:rPr>
                        <a:t>Glide / Coil</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Image loading</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BSD</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336040">
                <a:tc>
                  <a:txBody>
                    <a:bodyPr/>
                    <a:p>
                      <a:pPr>
                        <a:lnSpc>
                          <a:spcPct val="114000"/>
                        </a:lnSpc>
                        <a:spcBef>
                          <a:spcPct val="0"/>
                        </a:spcBef>
                        <a:spcAft>
                          <a:spcPts val="1000"/>
                        </a:spcAft>
                      </a:pPr>
                      <a:r>
                        <a:rPr lang="en-US" altLang="zh-CN" sz="1100">
                          <a:latin typeface="Arial" panose="020B0604020202090204"/>
                          <a:ea typeface="ＭＳ 明朝"/>
                        </a:rPr>
                        <a:t>GeoFire / GeoFirestore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Implement efficient Geohash queries on Firestore to quickly retrieve notes within specific regions.</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Apache 2.0</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67335">
                <a:tc>
                  <a:txBody>
                    <a:bodyPr/>
                    <a:p>
                      <a:pPr>
                        <a:lnSpc>
                          <a:spcPct val="114000"/>
                        </a:lnSpc>
                        <a:spcBef>
                          <a:spcPct val="0"/>
                        </a:spcBef>
                        <a:spcAft>
                          <a:spcPts val="1000"/>
                        </a:spcAft>
                      </a:pPr>
                      <a:r>
                        <a:rPr lang="en-US" altLang="zh-CN" sz="1100">
                          <a:latin typeface="Arial" panose="020B0604020202090204"/>
                          <a:ea typeface="ＭＳ 明朝"/>
                        </a:rPr>
                        <a:t>Android Location API</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GPS coordinates</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Open Source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标题 12"/>
          <p:cNvSpPr>
            <a:spLocks noGrp="1"/>
          </p:cNvSpPr>
          <p:nvPr>
            <p:ph type="title"/>
            <p:custDataLst>
              <p:tags r:id="rId1"/>
            </p:custDataLst>
          </p:nvPr>
        </p:nvSpPr>
        <p:spPr/>
        <p:txBody>
          <a:bodyPr vert="horz" lIns="0" tIns="0" rIns="0" bIns="0" rtlCol="0" anchor="ctr">
            <a:normAutofit/>
          </a:bodyPr>
          <a:lstStyle/>
          <a:p>
            <a:pPr lvl="0" algn="l">
              <a:buClrTx/>
              <a:buSzTx/>
              <a:buFontTx/>
            </a:pPr>
            <a:r>
              <a:rPr lang="zh-CN" altLang="en-US" dirty="0">
                <a:sym typeface="+mn-ea"/>
              </a:rPr>
              <a:t>Unique Features &amp; Enhancements</a:t>
            </a:r>
            <a:endParaRPr lang="zh-CN" altLang="en-US" dirty="0">
              <a:sym typeface="+mn-ea"/>
            </a:endParaRPr>
          </a:p>
        </p:txBody>
      </p:sp>
      <p:sp>
        <p:nvSpPr>
          <p:cNvPr id="15" name="Content Placeholder 2"/>
          <p:cNvSpPr>
            <a:spLocks noGrp="1"/>
          </p:cNvSpPr>
          <p:nvPr>
            <p:custDataLst>
              <p:tags r:id="rId2"/>
            </p:custDataLst>
          </p:nvPr>
        </p:nvSpPr>
        <p:spPr>
          <a:xfrm>
            <a:off x="521970" y="1833562"/>
            <a:ext cx="8100000" cy="3655219"/>
          </a:xfrm>
          <a:prstGeom prst="rect">
            <a:avLst/>
          </a:prstGeom>
        </p:spPr>
        <p:txBody>
          <a:bodyPr vert="horz" wrap="square" lIns="91440" tIns="45720" rIns="91440" bIns="45720" rtlCol="0">
            <a:norm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ct val="150000"/>
              </a:lnSpc>
              <a:buNone/>
            </a:pPr>
            <a:endParaRPr lang="en-US" sz="2800">
              <a:solidFill>
                <a:schemeClr val="tx1"/>
              </a:solidFill>
            </a:endParaRPr>
          </a:p>
        </p:txBody>
      </p:sp>
      <p:graphicFrame>
        <p:nvGraphicFramePr>
          <p:cNvPr id="2" name="表格 1"/>
          <p:cNvGraphicFramePr/>
          <p:nvPr>
            <p:custDataLst>
              <p:tags r:id="rId3"/>
            </p:custDataLst>
          </p:nvPr>
        </p:nvGraphicFramePr>
        <p:xfrm>
          <a:off x="666750" y="2021205"/>
          <a:ext cx="7673340" cy="3303905"/>
        </p:xfrm>
        <a:graphic>
          <a:graphicData uri="http://schemas.openxmlformats.org/drawingml/2006/table">
            <a:tbl>
              <a:tblPr/>
              <a:tblGrid>
                <a:gridCol w="2557780"/>
                <a:gridCol w="2557780"/>
                <a:gridCol w="2557780"/>
              </a:tblGrid>
              <a:tr h="367030">
                <a:tc>
                  <a:txBody>
                    <a:bodyPr/>
                    <a:p>
                      <a:pPr>
                        <a:lnSpc>
                          <a:spcPct val="114000"/>
                        </a:lnSpc>
                        <a:spcBef>
                          <a:spcPct val="0"/>
                        </a:spcBef>
                        <a:spcAft>
                          <a:spcPts val="1000"/>
                        </a:spcAft>
                      </a:pPr>
                      <a:r>
                        <a:rPr lang="en-US" altLang="zh-CN" sz="1100">
                          <a:latin typeface="Arial" panose="020B0604020202090204"/>
                          <a:ea typeface="ＭＳ 明朝"/>
                        </a:rPr>
                        <a:t>Feature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Description</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Implementation Idea</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734060">
                <a:tc>
                  <a:txBody>
                    <a:bodyPr/>
                    <a:p>
                      <a:pPr>
                        <a:lnSpc>
                          <a:spcPct val="114000"/>
                        </a:lnSpc>
                        <a:spcBef>
                          <a:spcPct val="0"/>
                        </a:spcBef>
                        <a:spcAft>
                          <a:spcPts val="1000"/>
                        </a:spcAft>
                      </a:pPr>
                      <a:r>
                        <a:rPr lang="en-US" altLang="zh-CN" sz="1100">
                          <a:latin typeface="Arial" panose="020B0604020202090204"/>
                          <a:ea typeface="ＭＳ 明朝"/>
                        </a:rPr>
                        <a:t>Photo Markers</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Each note shows image thumbnail.</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Custom marker icons with Glide.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734695">
                <a:tc>
                  <a:txBody>
                    <a:bodyPr/>
                    <a:p>
                      <a:pPr>
                        <a:lnSpc>
                          <a:spcPct val="114000"/>
                        </a:lnSpc>
                        <a:spcBef>
                          <a:spcPct val="0"/>
                        </a:spcBef>
                        <a:spcAft>
                          <a:spcPts val="1000"/>
                        </a:spcAft>
                      </a:pPr>
                      <a:r>
                        <a:rPr lang="en-US" altLang="zh-CN" sz="1100">
                          <a:latin typeface="Arial" panose="020B0604020202090204"/>
                          <a:ea typeface="ＭＳ 明朝"/>
                        </a:rPr>
                        <a:t>Location Feed</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View posts near GPS location.</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Firestore query with geohash.</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67030">
                <a:tc>
                  <a:txBody>
                    <a:bodyPr/>
                    <a:p>
                      <a:pPr>
                        <a:lnSpc>
                          <a:spcPct val="114000"/>
                        </a:lnSpc>
                        <a:spcBef>
                          <a:spcPct val="0"/>
                        </a:spcBef>
                        <a:spcAft>
                          <a:spcPts val="1000"/>
                        </a:spcAft>
                      </a:pPr>
                      <a:r>
                        <a:rPr lang="en-US" altLang="zh-CN" sz="1100">
                          <a:latin typeface="Arial" panose="020B0604020202090204"/>
                          <a:ea typeface="ＭＳ 明朝"/>
                        </a:rPr>
                        <a:t>Anonymous Posting</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Post with nickname only.</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Local ID + Firebase Auth.</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734060">
                <a:tc>
                  <a:txBody>
                    <a:bodyPr/>
                    <a:p>
                      <a:pPr>
                        <a:lnSpc>
                          <a:spcPct val="114000"/>
                        </a:lnSpc>
                        <a:spcBef>
                          <a:spcPct val="0"/>
                        </a:spcBef>
                        <a:spcAft>
                          <a:spcPts val="1000"/>
                        </a:spcAft>
                      </a:pPr>
                      <a:r>
                        <a:rPr lang="en-US" altLang="zh-CN" sz="1100">
                          <a:latin typeface="Arial" panose="020B0604020202090204"/>
                          <a:ea typeface="ＭＳ 明朝"/>
                        </a:rPr>
                        <a:t>Note Preview</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Bottom pop-up card.</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BottomSheetDialogFragment.</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67030">
                <a:tc>
                  <a:txBody>
                    <a:bodyPr/>
                    <a:p>
                      <a:pPr>
                        <a:lnSpc>
                          <a:spcPct val="114000"/>
                        </a:lnSpc>
                        <a:spcBef>
                          <a:spcPct val="0"/>
                        </a:spcBef>
                        <a:spcAft>
                          <a:spcPts val="1000"/>
                        </a:spcAft>
                      </a:pPr>
                      <a:r>
                        <a:rPr lang="en-US" altLang="zh-CN" sz="1100">
                          <a:latin typeface="Arial" panose="020B0604020202090204"/>
                          <a:ea typeface="ＭＳ 明朝"/>
                        </a:rPr>
                        <a:t>Offline Mode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Cached map tiles + notes.</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Room DB + offline cache.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Functional Requirements</a:t>
            </a:r>
            <a:endParaRPr lang="en-US" altLang="zh-CN"/>
          </a:p>
        </p:txBody>
      </p:sp>
      <p:graphicFrame>
        <p:nvGraphicFramePr>
          <p:cNvPr id="5" name="表格 4"/>
          <p:cNvGraphicFramePr/>
          <p:nvPr>
            <p:custDataLst>
              <p:tags r:id="rId2"/>
            </p:custDataLst>
          </p:nvPr>
        </p:nvGraphicFramePr>
        <p:xfrm>
          <a:off x="546735" y="1872615"/>
          <a:ext cx="7762875" cy="3542030"/>
        </p:xfrm>
        <a:graphic>
          <a:graphicData uri="http://schemas.openxmlformats.org/drawingml/2006/table">
            <a:tbl>
              <a:tblPr/>
              <a:tblGrid>
                <a:gridCol w="2587625"/>
                <a:gridCol w="2587625"/>
                <a:gridCol w="2587625"/>
              </a:tblGrid>
              <a:tr h="212725">
                <a:tc>
                  <a:txBody>
                    <a:bodyPr/>
                    <a:p>
                      <a:pPr>
                        <a:lnSpc>
                          <a:spcPct val="114000"/>
                        </a:lnSpc>
                        <a:spcBef>
                          <a:spcPct val="0"/>
                        </a:spcBef>
                        <a:spcAft>
                          <a:spcPts val="1000"/>
                        </a:spcAft>
                      </a:pPr>
                      <a:r>
                        <a:rPr lang="en-US" altLang="zh-CN" sz="1100">
                          <a:latin typeface="Arial" panose="020B0604020202090204"/>
                          <a:ea typeface="ＭＳ 明朝"/>
                        </a:rPr>
                        <a:t>ID</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Feature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Description</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24815">
                <a:tc>
                  <a:txBody>
                    <a:bodyPr/>
                    <a:p>
                      <a:pPr>
                        <a:lnSpc>
                          <a:spcPct val="114000"/>
                        </a:lnSpc>
                        <a:spcBef>
                          <a:spcPct val="0"/>
                        </a:spcBef>
                        <a:spcAft>
                          <a:spcPts val="1000"/>
                        </a:spcAft>
                      </a:pPr>
                      <a:r>
                        <a:rPr lang="en-US" altLang="zh-CN" sz="1100">
                          <a:latin typeface="Arial" panose="020B0604020202090204"/>
                          <a:ea typeface="ＭＳ 明朝"/>
                        </a:rPr>
                        <a:t>M1</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Map View</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Displays map centered on location.</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14655">
                <a:tc>
                  <a:txBody>
                    <a:bodyPr/>
                    <a:p>
                      <a:pPr>
                        <a:lnSpc>
                          <a:spcPct val="114000"/>
                        </a:lnSpc>
                        <a:spcBef>
                          <a:spcPct val="0"/>
                        </a:spcBef>
                        <a:spcAft>
                          <a:spcPts val="1000"/>
                        </a:spcAft>
                      </a:pPr>
                      <a:r>
                        <a:rPr lang="en-US" altLang="zh-CN" sz="1100">
                          <a:latin typeface="Arial" panose="020B0604020202090204"/>
                          <a:ea typeface="ＭＳ 明朝"/>
                        </a:rPr>
                        <a:t>M2</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Marker Display</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Shows notes as image markers.</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15290">
                <a:tc>
                  <a:txBody>
                    <a:bodyPr/>
                    <a:p>
                      <a:pPr>
                        <a:lnSpc>
                          <a:spcPct val="114000"/>
                        </a:lnSpc>
                        <a:spcBef>
                          <a:spcPct val="0"/>
                        </a:spcBef>
                        <a:spcAft>
                          <a:spcPts val="1000"/>
                        </a:spcAft>
                      </a:pPr>
                      <a:r>
                        <a:rPr lang="en-US" altLang="zh-CN" sz="1100">
                          <a:latin typeface="Arial" panose="020B0604020202090204"/>
                          <a:ea typeface="ＭＳ 明朝"/>
                        </a:rPr>
                        <a:t>M3</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Note Details</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Tap marker → preview → details.</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621665">
                <a:tc>
                  <a:txBody>
                    <a:bodyPr/>
                    <a:p>
                      <a:pPr>
                        <a:lnSpc>
                          <a:spcPct val="114000"/>
                        </a:lnSpc>
                        <a:spcBef>
                          <a:spcPct val="0"/>
                        </a:spcBef>
                        <a:spcAft>
                          <a:spcPts val="1000"/>
                        </a:spcAft>
                      </a:pPr>
                      <a:r>
                        <a:rPr lang="en-US" altLang="zh-CN" sz="1100">
                          <a:latin typeface="Arial" panose="020B0604020202090204"/>
                          <a:ea typeface="Arial" panose="020B0604020202090204"/>
                        </a:rPr>
                        <a:t>M4</a:t>
                      </a:r>
                      <a:endParaRPr lang="en-US" altLang="zh-CN" sz="1100">
                        <a:latin typeface="Arial" panose="020B0604020202090204"/>
                        <a:ea typeface="Arial" panose="020B060402020209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Clustering</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Automatically cluster markers in high-density areas</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15290">
                <a:tc>
                  <a:txBody>
                    <a:bodyPr/>
                    <a:p>
                      <a:pPr>
                        <a:lnSpc>
                          <a:spcPct val="114000"/>
                        </a:lnSpc>
                        <a:spcBef>
                          <a:spcPct val="0"/>
                        </a:spcBef>
                        <a:spcAft>
                          <a:spcPts val="1000"/>
                        </a:spcAft>
                      </a:pPr>
                      <a:r>
                        <a:rPr lang="en-US" altLang="zh-CN" sz="1100">
                          <a:latin typeface="Arial" panose="020B0604020202090204"/>
                          <a:ea typeface="ＭＳ 明朝"/>
                        </a:rPr>
                        <a:t>P1</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Create Note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Upload image + text, auto-locate.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15290">
                <a:tc>
                  <a:txBody>
                    <a:bodyPr/>
                    <a:p>
                      <a:pPr>
                        <a:lnSpc>
                          <a:spcPct val="114000"/>
                        </a:lnSpc>
                        <a:spcBef>
                          <a:spcPct val="0"/>
                        </a:spcBef>
                        <a:spcAft>
                          <a:spcPts val="1000"/>
                        </a:spcAft>
                      </a:pPr>
                      <a:r>
                        <a:rPr lang="en-US" altLang="zh-CN" sz="1100">
                          <a:latin typeface="Arial" panose="020B0604020202090204"/>
                          <a:ea typeface="ＭＳ 明朝"/>
                        </a:rPr>
                        <a:t>U1</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Basic Login</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Anonymous or nickname login.</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622300">
                <a:tc>
                  <a:txBody>
                    <a:bodyPr/>
                    <a:p>
                      <a:pPr>
                        <a:lnSpc>
                          <a:spcPct val="114000"/>
                        </a:lnSpc>
                        <a:spcBef>
                          <a:spcPct val="0"/>
                        </a:spcBef>
                        <a:spcAft>
                          <a:spcPts val="1000"/>
                        </a:spcAft>
                      </a:pPr>
                      <a:r>
                        <a:rPr lang="en-US" altLang="zh-CN" sz="1100">
                          <a:latin typeface="Arial" panose="020B0604020202090204"/>
                          <a:ea typeface="Arial" panose="020B0604020202090204"/>
                        </a:rPr>
                        <a:t>U2</a:t>
                      </a:r>
                      <a:endParaRPr lang="en-US" altLang="zh-CN" sz="1100">
                        <a:latin typeface="Arial" panose="020B0604020202090204"/>
                        <a:ea typeface="Arial" panose="020B060402020209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Arial" panose="020B0604020202090204"/>
                        </a:rPr>
                        <a:t>Like</a:t>
                      </a:r>
                      <a:endParaRPr lang="en-US" altLang="zh-CN" sz="1100">
                        <a:latin typeface="Arial" panose="020B0604020202090204"/>
                        <a:ea typeface="Arial" panose="020B060402020209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Arial" panose="020B0604020202090204"/>
                        </a:rPr>
                        <a:t>Users can like note, and the likes will update automatically</a:t>
                      </a:r>
                      <a:endParaRPr lang="en-US" altLang="zh-CN" sz="1100">
                        <a:latin typeface="Arial" panose="020B0604020202090204"/>
                        <a:ea typeface="Arial" panose="020B06040202020902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Technical Stack</a:t>
            </a:r>
            <a:endParaRPr lang="en-US" altLang="zh-CN"/>
          </a:p>
        </p:txBody>
      </p:sp>
      <p:graphicFrame>
        <p:nvGraphicFramePr>
          <p:cNvPr id="5" name="表格 4"/>
          <p:cNvGraphicFramePr/>
          <p:nvPr>
            <p:custDataLst>
              <p:tags r:id="rId2"/>
            </p:custDataLst>
          </p:nvPr>
        </p:nvGraphicFramePr>
        <p:xfrm>
          <a:off x="532130" y="1997710"/>
          <a:ext cx="8089900" cy="3324860"/>
        </p:xfrm>
        <a:graphic>
          <a:graphicData uri="http://schemas.openxmlformats.org/drawingml/2006/table">
            <a:tbl>
              <a:tblPr/>
              <a:tblGrid>
                <a:gridCol w="4044950"/>
                <a:gridCol w="4044950"/>
              </a:tblGrid>
              <a:tr h="474980">
                <a:tc>
                  <a:txBody>
                    <a:bodyPr/>
                    <a:p>
                      <a:pPr>
                        <a:lnSpc>
                          <a:spcPct val="114000"/>
                        </a:lnSpc>
                        <a:spcBef>
                          <a:spcPct val="0"/>
                        </a:spcBef>
                        <a:spcAft>
                          <a:spcPts val="1000"/>
                        </a:spcAft>
                      </a:pPr>
                      <a:r>
                        <a:rPr lang="en-US" altLang="zh-CN" sz="1100">
                          <a:latin typeface="Arial" panose="020B0604020202090204"/>
                          <a:ea typeface="ＭＳ 明朝"/>
                        </a:rPr>
                        <a:t>Layer</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Technology</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74980">
                <a:tc>
                  <a:txBody>
                    <a:bodyPr/>
                    <a:p>
                      <a:pPr>
                        <a:lnSpc>
                          <a:spcPct val="114000"/>
                        </a:lnSpc>
                        <a:spcBef>
                          <a:spcPct val="0"/>
                        </a:spcBef>
                        <a:spcAft>
                          <a:spcPts val="1000"/>
                        </a:spcAft>
                      </a:pPr>
                      <a:r>
                        <a:rPr lang="en-US" altLang="zh-CN" sz="1100">
                          <a:latin typeface="Arial" panose="020B0604020202090204"/>
                          <a:ea typeface="ＭＳ 明朝"/>
                        </a:rPr>
                        <a:t>Frontend</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Kotlin + Android Studio</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74980">
                <a:tc>
                  <a:txBody>
                    <a:bodyPr/>
                    <a:p>
                      <a:pPr>
                        <a:lnSpc>
                          <a:spcPct val="114000"/>
                        </a:lnSpc>
                        <a:spcBef>
                          <a:spcPct val="0"/>
                        </a:spcBef>
                        <a:spcAft>
                          <a:spcPts val="1000"/>
                        </a:spcAft>
                      </a:pPr>
                      <a:r>
                        <a:rPr lang="en-US" altLang="zh-CN" sz="1100">
                          <a:latin typeface="Arial" panose="020B0604020202090204"/>
                          <a:ea typeface="ＭＳ 明朝"/>
                        </a:rPr>
                        <a:t>Map SDK</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zh-CN" sz="1100">
                          <a:latin typeface="宋体"/>
                          <a:ea typeface="宋体"/>
                        </a:rPr>
                        <a:t>高德地图</a:t>
                      </a:r>
                      <a:r>
                        <a:rPr lang="zh-CN" altLang="en-US" sz="1100">
                          <a:latin typeface="Arial" panose="020B0604020202090204"/>
                          <a:ea typeface="ＭＳ 明朝"/>
                        </a:rPr>
                        <a:t> </a:t>
                      </a:r>
                      <a:r>
                        <a:rPr lang="en-US" altLang="zh-CN" sz="1100">
                          <a:latin typeface="Arial" panose="020B0604020202090204"/>
                          <a:ea typeface="ＭＳ 明朝"/>
                        </a:rPr>
                        <a:t>SDK (Amap SDK)</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74980">
                <a:tc>
                  <a:txBody>
                    <a:bodyPr/>
                    <a:p>
                      <a:pPr>
                        <a:lnSpc>
                          <a:spcPct val="114000"/>
                        </a:lnSpc>
                        <a:spcBef>
                          <a:spcPct val="0"/>
                        </a:spcBef>
                        <a:spcAft>
                          <a:spcPts val="1000"/>
                        </a:spcAft>
                      </a:pPr>
                      <a:r>
                        <a:rPr lang="en-US" altLang="zh-CN" sz="1100">
                          <a:latin typeface="Arial" panose="020B0604020202090204"/>
                          <a:ea typeface="ＭＳ 明朝"/>
                        </a:rPr>
                        <a:t>Query EngineGeoFire / GeoFirestore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Query EngineGeoFire / GeoFirestore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74980">
                <a:tc>
                  <a:txBody>
                    <a:bodyPr/>
                    <a:p>
                      <a:pPr>
                        <a:lnSpc>
                          <a:spcPct val="114000"/>
                        </a:lnSpc>
                        <a:spcBef>
                          <a:spcPct val="0"/>
                        </a:spcBef>
                        <a:spcAft>
                          <a:spcPts val="1000"/>
                        </a:spcAft>
                      </a:pPr>
                      <a:r>
                        <a:rPr lang="en-US" altLang="zh-CN" sz="1100">
                          <a:latin typeface="Arial" panose="020B0604020202090204"/>
                          <a:ea typeface="ＭＳ 明朝"/>
                        </a:rPr>
                        <a:t>Database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Firebase Firestore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74980">
                <a:tc>
                  <a:txBody>
                    <a:bodyPr/>
                    <a:p>
                      <a:pPr>
                        <a:lnSpc>
                          <a:spcPct val="114000"/>
                        </a:lnSpc>
                        <a:spcBef>
                          <a:spcPct val="0"/>
                        </a:spcBef>
                        <a:spcAft>
                          <a:spcPts val="1000"/>
                        </a:spcAft>
                      </a:pPr>
                      <a:r>
                        <a:rPr lang="en-US" altLang="zh-CN" sz="1100">
                          <a:latin typeface="Arial" panose="020B0604020202090204"/>
                          <a:ea typeface="ＭＳ 明朝"/>
                        </a:rPr>
                        <a:t>Storage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Firebase Storage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74980">
                <a:tc>
                  <a:txBody>
                    <a:bodyPr/>
                    <a:p>
                      <a:pPr>
                        <a:lnSpc>
                          <a:spcPct val="114000"/>
                        </a:lnSpc>
                        <a:spcBef>
                          <a:spcPct val="0"/>
                        </a:spcBef>
                        <a:spcAft>
                          <a:spcPts val="1000"/>
                        </a:spcAft>
                      </a:pPr>
                      <a:r>
                        <a:rPr lang="en-US" altLang="zh-CN" sz="1100">
                          <a:latin typeface="Arial" panose="020B0604020202090204"/>
                          <a:ea typeface="ＭＳ 明朝"/>
                        </a:rPr>
                        <a:t>Auth</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Firebase Auth</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标题 12"/>
          <p:cNvSpPr>
            <a:spLocks noGrp="1"/>
          </p:cNvSpPr>
          <p:nvPr>
            <p:ph type="title"/>
            <p:custDataLst>
              <p:tags r:id="rId1"/>
            </p:custDataLst>
          </p:nvPr>
        </p:nvSpPr>
        <p:spPr/>
        <p:txBody>
          <a:bodyPr vert="horz" lIns="0" tIns="0" rIns="0" bIns="0" rtlCol="0" anchor="ctr">
            <a:normAutofit/>
          </a:bodyPr>
          <a:lstStyle/>
          <a:p>
            <a:pPr lvl="0" algn="l">
              <a:buClrTx/>
              <a:buSzTx/>
              <a:buFontTx/>
            </a:pPr>
            <a:r>
              <a:rPr lang="zh-CN" altLang="en-US" dirty="0">
                <a:sym typeface="+mn-ea"/>
              </a:rPr>
              <a:t>Development Timeline (Weeks 6–15)</a:t>
            </a:r>
            <a:endParaRPr lang="zh-CN" altLang="en-US" dirty="0">
              <a:sym typeface="+mn-ea"/>
            </a:endParaRPr>
          </a:p>
        </p:txBody>
      </p:sp>
      <p:graphicFrame>
        <p:nvGraphicFramePr>
          <p:cNvPr id="2" name="表格 1"/>
          <p:cNvGraphicFramePr/>
          <p:nvPr>
            <p:custDataLst>
              <p:tags r:id="rId2"/>
            </p:custDataLst>
          </p:nvPr>
        </p:nvGraphicFramePr>
        <p:xfrm>
          <a:off x="531495" y="2193290"/>
          <a:ext cx="8067675" cy="3206115"/>
        </p:xfrm>
        <a:graphic>
          <a:graphicData uri="http://schemas.openxmlformats.org/drawingml/2006/table">
            <a:tbl>
              <a:tblPr/>
              <a:tblGrid>
                <a:gridCol w="2689225"/>
                <a:gridCol w="2689225"/>
                <a:gridCol w="2689225"/>
              </a:tblGrid>
              <a:tr h="400685">
                <a:tc>
                  <a:txBody>
                    <a:bodyPr/>
                    <a:p>
                      <a:pPr>
                        <a:lnSpc>
                          <a:spcPct val="114000"/>
                        </a:lnSpc>
                        <a:spcBef>
                          <a:spcPct val="0"/>
                        </a:spcBef>
                        <a:spcAft>
                          <a:spcPts val="1000"/>
                        </a:spcAft>
                      </a:pPr>
                      <a:r>
                        <a:rPr lang="en-US" altLang="zh-CN" sz="1100">
                          <a:latin typeface="Arial" panose="020B0604020202090204"/>
                          <a:ea typeface="ＭＳ 明朝"/>
                        </a:rPr>
                        <a:t>Week</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Goal / Deliverable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Milestone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01320">
                <a:tc>
                  <a:txBody>
                    <a:bodyPr/>
                    <a:p>
                      <a:pPr>
                        <a:lnSpc>
                          <a:spcPct val="114000"/>
                        </a:lnSpc>
                        <a:spcBef>
                          <a:spcPct val="0"/>
                        </a:spcBef>
                        <a:spcAft>
                          <a:spcPts val="1000"/>
                        </a:spcAft>
                      </a:pPr>
                      <a:r>
                        <a:rPr lang="en-US" altLang="zh-CN" sz="1100">
                          <a:latin typeface="Arial" panose="020B0604020202090204"/>
                          <a:ea typeface="ＭＳ 明朝"/>
                        </a:rPr>
                        <a:t>6</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Project Outline Submission</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Outline</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00685">
                <a:tc>
                  <a:txBody>
                    <a:bodyPr/>
                    <a:p>
                      <a:pPr>
                        <a:lnSpc>
                          <a:spcPct val="114000"/>
                        </a:lnSpc>
                        <a:spcBef>
                          <a:spcPct val="0"/>
                        </a:spcBef>
                        <a:spcAft>
                          <a:spcPts val="1000"/>
                        </a:spcAft>
                      </a:pPr>
                      <a:r>
                        <a:rPr lang="en-US" altLang="zh-CN" sz="1100">
                          <a:latin typeface="Arial" panose="020B0604020202090204"/>
                          <a:ea typeface="ＭＳ 明朝"/>
                        </a:rPr>
                        <a:t>7–8</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Map setup, GPS, markers</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Alpha v1</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800735">
                <a:tc>
                  <a:txBody>
                    <a:bodyPr/>
                    <a:p>
                      <a:pPr>
                        <a:lnSpc>
                          <a:spcPct val="114000"/>
                        </a:lnSpc>
                        <a:spcBef>
                          <a:spcPct val="0"/>
                        </a:spcBef>
                        <a:spcAft>
                          <a:spcPts val="1000"/>
                        </a:spcAft>
                      </a:pPr>
                      <a:r>
                        <a:rPr lang="en-US" altLang="zh-CN" sz="1100">
                          <a:latin typeface="Arial" panose="020B0604020202090204"/>
                          <a:ea typeface="ＭＳ 明朝"/>
                        </a:rPr>
                        <a:t>9–10</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Note creation, Firestore link</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Alpha v2</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01955">
                <a:tc>
                  <a:txBody>
                    <a:bodyPr/>
                    <a:p>
                      <a:pPr>
                        <a:lnSpc>
                          <a:spcPct val="114000"/>
                        </a:lnSpc>
                        <a:spcBef>
                          <a:spcPct val="0"/>
                        </a:spcBef>
                        <a:spcAft>
                          <a:spcPts val="1000"/>
                        </a:spcAft>
                      </a:pPr>
                      <a:r>
                        <a:rPr lang="en-US" altLang="zh-CN" sz="1100">
                          <a:latin typeface="Arial" panose="020B0604020202090204"/>
                          <a:ea typeface="ＭＳ 明朝"/>
                        </a:rPr>
                        <a:t>11–12</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UI polishing, note details</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Beta v1</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00050">
                <a:tc>
                  <a:txBody>
                    <a:bodyPr/>
                    <a:p>
                      <a:pPr>
                        <a:lnSpc>
                          <a:spcPct val="114000"/>
                        </a:lnSpc>
                        <a:spcBef>
                          <a:spcPct val="0"/>
                        </a:spcBef>
                        <a:spcAft>
                          <a:spcPts val="1000"/>
                        </a:spcAft>
                      </a:pPr>
                      <a:r>
                        <a:rPr lang="en-US" altLang="zh-CN" sz="1100">
                          <a:latin typeface="Arial" panose="020B0604020202090204"/>
                          <a:ea typeface="ＭＳ 明朝"/>
                        </a:rPr>
                        <a:t>13–14</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User login, bug fixes</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Beta v2</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00685">
                <a:tc>
                  <a:txBody>
                    <a:bodyPr/>
                    <a:p>
                      <a:pPr>
                        <a:lnSpc>
                          <a:spcPct val="114000"/>
                        </a:lnSpc>
                        <a:spcBef>
                          <a:spcPct val="0"/>
                        </a:spcBef>
                        <a:spcAft>
                          <a:spcPts val="1000"/>
                        </a:spcAft>
                      </a:pPr>
                      <a:r>
                        <a:rPr lang="en-US" altLang="zh-CN" sz="1100">
                          <a:latin typeface="Arial" panose="020B0604020202090204"/>
                          <a:ea typeface="ＭＳ 明朝"/>
                        </a:rPr>
                        <a:t>15</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Final optimization &amp; report</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ts val="1000"/>
                        </a:spcAft>
                      </a:pPr>
                      <a:r>
                        <a:rPr lang="en-US" altLang="zh-CN" sz="1100">
                          <a:latin typeface="Arial" panose="020B0604020202090204"/>
                          <a:ea typeface="ＭＳ 明朝"/>
                        </a:rPr>
                        <a:t>Final Submission</a:t>
                      </a:r>
                      <a:endParaRPr lang="en-US" altLang="zh-CN" sz="1100">
                        <a:latin typeface="Arial" panose="020B060402020209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APP UI design(provisional)</a:t>
            </a:r>
            <a:endParaRPr lang="en-US" altLang="zh-CN"/>
          </a:p>
        </p:txBody>
      </p:sp>
      <p:pic>
        <p:nvPicPr>
          <p:cNvPr id="576551064" name="图片 2" descr="图示&#10;&#10;AI 生成的内容可能不正确。"/>
          <p:cNvPicPr>
            <a:picLocks noChangeAspect="1" noChangeArrowheads="1"/>
          </p:cNvPicPr>
          <p:nvPr>
            <p:ph idx="1"/>
            <p:custDataLst>
              <p:tags r:id="rId2"/>
            </p:custDataLst>
          </p:nvPr>
        </p:nvPicPr>
        <p:blipFill>
          <a:blip r:embed="rId3">
            <a:extLst>
              <a:ext uri="{28A0092B-C50C-407E-A947-70E740481C1C}">
                <a14:useLocalDpi xmlns:a14="http://schemas.microsoft.com/office/drawing/2010/main" val="0"/>
              </a:ext>
            </a:extLst>
          </a:blip>
          <a:srcRect/>
          <a:stretch>
            <a:fillRect/>
          </a:stretch>
        </p:blipFill>
        <p:spPr>
          <a:xfrm>
            <a:off x="2818765" y="1835150"/>
            <a:ext cx="3326765" cy="4615815"/>
          </a:xfrm>
          <a:prstGeom prst="rect">
            <a:avLst/>
          </a:prstGeom>
          <a:noFill/>
          <a:ln>
            <a:noFill/>
          </a:ln>
        </p:spPr>
      </p:pic>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标题 12"/>
          <p:cNvSpPr>
            <a:spLocks noGrp="1"/>
          </p:cNvSpPr>
          <p:nvPr>
            <p:ph type="title"/>
            <p:custDataLst>
              <p:tags r:id="rId1"/>
            </p:custDataLst>
          </p:nvPr>
        </p:nvSpPr>
        <p:spPr/>
        <p:txBody>
          <a:bodyPr vert="horz" lIns="0" tIns="0" rIns="0" bIns="0" rtlCol="0" anchor="ctr">
            <a:normAutofit/>
          </a:bodyPr>
          <a:lstStyle/>
          <a:p>
            <a:pPr lvl="0" algn="l">
              <a:buClrTx/>
              <a:buSzTx/>
              <a:buFontTx/>
            </a:pPr>
            <a:r>
              <a:rPr lang="zh-CN" altLang="en-US" dirty="0">
                <a:sym typeface="+mn-ea"/>
              </a:rPr>
              <a:t>Future Improvements &amp; Uniqueness</a:t>
            </a:r>
            <a:endParaRPr lang="zh-CN" altLang="en-US" dirty="0">
              <a:sym typeface="+mn-ea"/>
            </a:endParaRPr>
          </a:p>
        </p:txBody>
      </p:sp>
      <p:sp>
        <p:nvSpPr>
          <p:cNvPr id="16" name="Content Placeholder 2"/>
          <p:cNvSpPr>
            <a:spLocks noGrp="1"/>
          </p:cNvSpPr>
          <p:nvPr>
            <p:custDataLst>
              <p:tags r:id="rId2"/>
            </p:custDataLst>
          </p:nvPr>
        </p:nvSpPr>
        <p:spPr>
          <a:xfrm>
            <a:off x="521970" y="1833562"/>
            <a:ext cx="8100000" cy="3655219"/>
          </a:xfrm>
          <a:prstGeom prst="rect">
            <a:avLst/>
          </a:prstGeom>
        </p:spPr>
        <p:txBody>
          <a:bodyPr vert="horz" wrap="square" lIns="91440" tIns="45720" rIns="91440" bIns="45720" rtlCol="0">
            <a:normAutofit fontScale="70000"/>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ct val="150000"/>
              </a:lnSpc>
              <a:buNone/>
            </a:pPr>
            <a:r>
              <a:rPr>
                <a:solidFill>
                  <a:schemeClr val="tx1"/>
                </a:solidFill>
              </a:rPr>
              <a:t>• Add search and tag-based filtering.</a:t>
            </a:r>
            <a:endParaRPr>
              <a:solidFill>
                <a:schemeClr val="tx1"/>
              </a:solidFill>
            </a:endParaRPr>
          </a:p>
          <a:p>
            <a:pPr marL="0" indent="0">
              <a:lnSpc>
                <a:spcPct val="150000"/>
              </a:lnSpc>
              <a:buNone/>
            </a:pPr>
            <a:r>
              <a:rPr>
                <a:solidFill>
                  <a:schemeClr val="tx1"/>
                </a:solidFill>
              </a:rPr>
              <a:t>• Enable comments and notifications for interaction.</a:t>
            </a:r>
            <a:endParaRPr>
              <a:solidFill>
                <a:schemeClr val="tx1"/>
              </a:solidFill>
            </a:endParaRPr>
          </a:p>
          <a:p>
            <a:pPr marL="0" indent="0">
              <a:lnSpc>
                <a:spcPct val="150000"/>
              </a:lnSpc>
              <a:buNone/>
            </a:pPr>
            <a:r>
              <a:rPr>
                <a:solidFill>
                  <a:schemeClr val="tx1"/>
                </a:solidFill>
              </a:rPr>
              <a:t>• Explore AR-based map browsing experience.</a:t>
            </a:r>
            <a:endParaRPr>
              <a:solidFill>
                <a:schemeClr val="tx1"/>
              </a:solidFill>
            </a:endParaRPr>
          </a:p>
          <a:p>
            <a:pPr>
              <a:lnSpc>
                <a:spcPct val="150000"/>
              </a:lnSpc>
            </a:pPr>
            <a:endParaRPr>
              <a:solidFill>
                <a:schemeClr val="tx1"/>
              </a:solidFill>
            </a:endParaRPr>
          </a:p>
          <a:p>
            <a:pPr marL="0" indent="0" algn="ctr">
              <a:lnSpc>
                <a:spcPct val="150000"/>
              </a:lnSpc>
              <a:buNone/>
            </a:pPr>
            <a:r>
              <a:rPr>
                <a:solidFill>
                  <a:schemeClr val="tx1"/>
                </a:solidFill>
              </a:rPr>
              <a:t>These improvements will enhance social interaction and immersion in MapNotes.</a:t>
            </a:r>
            <a:endParaRPr>
              <a:solidFill>
                <a:schemeClr val="tx1"/>
              </a:solidFill>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521970" y="196975"/>
            <a:ext cx="8100000" cy="540000"/>
          </a:xfrm>
        </p:spPr>
        <p:txBody>
          <a:bodyPr/>
          <a:p>
            <a:r>
              <a:rPr lang="en-US" altLang="zh-CN"/>
              <a:t>Implemented functions</a:t>
            </a:r>
            <a:endParaRPr lang="en-US" altLang="zh-CN"/>
          </a:p>
        </p:txBody>
      </p:sp>
      <p:graphicFrame>
        <p:nvGraphicFramePr>
          <p:cNvPr id="5" name="表格 4"/>
          <p:cNvGraphicFramePr/>
          <p:nvPr>
            <p:custDataLst>
              <p:tags r:id="rId2"/>
            </p:custDataLst>
          </p:nvPr>
        </p:nvGraphicFramePr>
        <p:xfrm>
          <a:off x="521970" y="737235"/>
          <a:ext cx="8001000" cy="5913120"/>
        </p:xfrm>
        <a:graphic>
          <a:graphicData uri="http://schemas.openxmlformats.org/drawingml/2006/table">
            <a:tbl>
              <a:tblPr/>
              <a:tblGrid>
                <a:gridCol w="2667000"/>
                <a:gridCol w="2667000"/>
                <a:gridCol w="2667000"/>
              </a:tblGrid>
              <a:tr h="426720">
                <a:tc>
                  <a:txBody>
                    <a:bodyPr/>
                    <a:p>
                      <a:pPr marL="0" indent="0" algn="ctr">
                        <a:spcBef>
                          <a:spcPct val="0"/>
                        </a:spcBef>
                        <a:spcAft>
                          <a:spcPct val="0"/>
                        </a:spcAft>
                      </a:pPr>
                      <a:r>
                        <a:rPr lang="en-US" altLang="zh-CN" sz="800" b="1" i="0">
                          <a:solidFill>
                            <a:srgbClr val="000000"/>
                          </a:solidFill>
                          <a:latin typeface="PingFang SC" panose="020B0400000000000000" charset="-122"/>
                          <a:ea typeface="PingFang SC" panose="020B0400000000000000" charset="-122"/>
                        </a:rPr>
                        <a:t>Module</a:t>
                      </a:r>
                      <a:endParaRPr lang="en-US" altLang="zh-CN" sz="800" b="1" i="0">
                        <a:solidFill>
                          <a:srgbClr val="000000"/>
                        </a:solidFill>
                        <a:latin typeface="PingFang SC" panose="020B0400000000000000" charset="-122"/>
                        <a:ea typeface="PingFang SC" panose="020B0400000000000000" charset="-122"/>
                      </a:endParaRPr>
                    </a:p>
                  </a:txBody>
                  <a:tcPr marL="228600" marR="228600" marT="152400" marB="152400" anchor="ctr" anchorCtr="0">
                    <a:lnL>
                      <a:noFill/>
                    </a:lnL>
                    <a:lnR w="12700" cap="flat" cmpd="sng">
                      <a:solidFill>
                        <a:srgbClr val="000008"/>
                      </a:solidFill>
                      <a:prstDash val="solid"/>
                      <a:headEnd type="none" w="med" len="med"/>
                      <a:tailEnd type="none" w="med" len="med"/>
                    </a:lnR>
                    <a:lnT>
                      <a:noFill/>
                    </a:lnT>
                    <a:lnB>
                      <a:noFill/>
                    </a:lnB>
                    <a:solidFill>
                      <a:srgbClr val="F2F2F2"/>
                    </a:solidFill>
                  </a:tcPr>
                </a:tc>
                <a:tc>
                  <a:txBody>
                    <a:bodyPr/>
                    <a:p>
                      <a:pPr marL="0" indent="0" algn="ctr">
                        <a:spcBef>
                          <a:spcPct val="0"/>
                        </a:spcBef>
                        <a:spcAft>
                          <a:spcPct val="0"/>
                        </a:spcAft>
                      </a:pPr>
                      <a:r>
                        <a:rPr lang="en-US" altLang="zh-CN" sz="800" b="1" i="0">
                          <a:solidFill>
                            <a:srgbClr val="000000"/>
                          </a:solidFill>
                          <a:latin typeface="PingFang SC" panose="020B0400000000000000" charset="-122"/>
                          <a:ea typeface="PingFang SC" panose="020B0400000000000000" charset="-122"/>
                        </a:rPr>
                        <a:t>Main Files</a:t>
                      </a:r>
                      <a:endParaRPr lang="en-US" altLang="zh-CN" sz="800" b="1"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a:noFill/>
                    </a:lnT>
                    <a:lnB>
                      <a:noFill/>
                    </a:lnB>
                    <a:solidFill>
                      <a:srgbClr val="F2F2F2"/>
                    </a:solidFill>
                  </a:tcPr>
                </a:tc>
                <a:tc>
                  <a:txBody>
                    <a:bodyPr/>
                    <a:p>
                      <a:pPr marL="0" indent="0" algn="ctr">
                        <a:spcBef>
                          <a:spcPct val="0"/>
                        </a:spcBef>
                        <a:spcAft>
                          <a:spcPct val="0"/>
                        </a:spcAft>
                      </a:pPr>
                      <a:r>
                        <a:rPr lang="en-US" altLang="zh-CN" sz="800" b="1" i="0">
                          <a:solidFill>
                            <a:srgbClr val="000000"/>
                          </a:solidFill>
                          <a:latin typeface="PingFang SC" panose="020B0400000000000000" charset="-122"/>
                          <a:ea typeface="PingFang SC" panose="020B0400000000000000" charset="-122"/>
                        </a:rPr>
                        <a:t>Function Description</a:t>
                      </a:r>
                      <a:endParaRPr lang="en-US" altLang="zh-CN" sz="800" b="1"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a:noFill/>
                    </a:lnR>
                    <a:lnT>
                      <a:noFill/>
                    </a:lnT>
                    <a:lnB>
                      <a:noFill/>
                    </a:lnB>
                    <a:solidFill>
                      <a:srgbClr val="F2F2F2"/>
                    </a:solidFill>
                  </a:tcPr>
                </a:tc>
              </a:tr>
              <a:tr h="670560">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Map &amp; Cluster Display</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a:noFill/>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com.amap.apis.cluster.*, com.noworld.notemap.utils.MapUtil</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Implements map display, cluster display, and coordinate point annotation using AMap SDK (AutoNavi Maps).</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a:noFill/>
                    </a:lnR>
                    <a:lnT>
                      <a:noFill/>
                    </a:lnT>
                    <a:lnB>
                      <a:noFill/>
                    </a:lnB>
                    <a:solidFill>
                      <a:srgbClr val="FFFFFF"/>
                    </a:solidFill>
                  </a:tcPr>
                </a:tc>
              </a:tr>
              <a:tr h="548640">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Route &amp; Overlay Drawing</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a:noFill/>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RouteOverlay.java, WalkRouteOverlay.java</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Provides walking route drawing and path navigation overlay functions.</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a:noFill/>
                    </a:lnR>
                    <a:lnT>
                      <a:noFill/>
                    </a:lnT>
                    <a:lnB>
                      <a:noFill/>
                    </a:lnB>
                    <a:solidFill>
                      <a:srgbClr val="FFFFFF"/>
                    </a:solidFill>
                  </a:tcPr>
                </a:tc>
              </a:tr>
              <a:tr h="548640">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Main Interface</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a:noFill/>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MainActivity.java, activity_main.xml</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App launch page that loads the map and displays note locations.</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a:noFill/>
                    </a:lnR>
                    <a:lnT>
                      <a:noFill/>
                    </a:lnT>
                    <a:lnB>
                      <a:noFill/>
                    </a:lnB>
                    <a:solidFill>
                      <a:srgbClr val="FFFFFF"/>
                    </a:solidFill>
                  </a:tcPr>
                </a:tc>
              </a:tr>
              <a:tr h="548640">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Add Note Interface</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a:noFill/>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AddNoteActivity.java, activity_add_note.xml</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Allows creating location-bound notes (supports images and text descriptions).</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a:noFill/>
                    </a:lnR>
                    <a:lnT>
                      <a:noFill/>
                    </a:lnT>
                    <a:lnB>
                      <a:noFill/>
                    </a:lnB>
                    <a:solidFill>
                      <a:srgbClr val="FFFFFF"/>
                    </a:solidFill>
                  </a:tcPr>
                </a:tc>
              </a:tr>
              <a:tr h="548640">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Note Detail View</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a:noFill/>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NoteDetailActivity.java, activity_note_detail.xml</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Displays saved note content and location information.</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a:noFill/>
                    </a:lnR>
                    <a:lnT>
                      <a:noFill/>
                    </a:lnT>
                    <a:lnB>
                      <a:noFill/>
                    </a:lnB>
                    <a:solidFill>
                      <a:srgbClr val="FFFFFF"/>
                    </a:solidFill>
                  </a:tcPr>
                </a:tc>
              </a:tr>
              <a:tr h="548640">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Cluster Detail Page</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a:noFill/>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ClusterDetailActivity.java, activity_cluster_detail.xml</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Shows all notes information in the area when clicking a map cluster point.</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a:noFill/>
                    </a:lnR>
                    <a:lnT>
                      <a:noFill/>
                    </a:lnT>
                    <a:lnB>
                      <a:noFill/>
                    </a:lnB>
                    <a:solidFill>
                      <a:srgbClr val="FFFFFF"/>
                    </a:solidFill>
                  </a:tcPr>
                </a:tc>
              </a:tr>
              <a:tr h="548640">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Image Management</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a:noFill/>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PictureActivity.java, activity_picture.xml</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Browses and manages uploaded images, which may be bound to locations or notes.</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a:noFill/>
                    </a:lnR>
                    <a:lnT>
                      <a:noFill/>
                    </a:lnT>
                    <a:lnB>
                      <a:noFill/>
                    </a:lnB>
                    <a:solidFill>
                      <a:srgbClr val="FFFFFF"/>
                    </a:solidFill>
                  </a:tcPr>
                </a:tc>
              </a:tr>
              <a:tr h="426720">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User Profile Page</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a:noFill/>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ProfileActivity.java, activity_profile.xml</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Displays user avatar, nickname</a:t>
                      </a:r>
                      <a:r>
                        <a:rPr lang="en-US" altLang="zh-CN" sz="800" i="0">
                          <a:solidFill>
                            <a:srgbClr val="000000"/>
                          </a:solidFill>
                          <a:latin typeface="PingFang SC" panose="020B0400000000000000" charset="-122"/>
                          <a:ea typeface="PingFang SC" panose="020B0400000000000000" charset="-122"/>
                        </a:rPr>
                        <a:t>.</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a:noFill/>
                    </a:lnR>
                    <a:lnT>
                      <a:noFill/>
                    </a:lnT>
                    <a:lnB>
                      <a:noFill/>
                    </a:lnB>
                    <a:solidFill>
                      <a:srgbClr val="FFFFFF"/>
                    </a:solidFill>
                  </a:tcPr>
                </a:tc>
              </a:tr>
              <a:tr h="548640">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Note Card List</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a:noFill/>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NoteCardAdapter.java, item_note_card.xml</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Displays note items in a card-style layout using RecyclerView.</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a:noFill/>
                    </a:lnR>
                    <a:lnT>
                      <a:noFill/>
                    </a:lnT>
                    <a:lnB>
                      <a:noFill/>
                    </a:lnB>
                    <a:solidFill>
                      <a:srgbClr val="FFFFFF"/>
                    </a:solidFill>
                  </a:tcPr>
                </a:tc>
              </a:tr>
              <a:tr h="548640">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App Entry</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a:noFill/>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App.java</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w="12700" cap="flat" cmpd="sng">
                      <a:solidFill>
                        <a:srgbClr val="000008"/>
                      </a:solidFill>
                      <a:prstDash val="solid"/>
                      <a:headEnd type="none" w="med" len="med"/>
                      <a:tailEnd type="none" w="med" len="med"/>
                    </a:lnR>
                    <a:lnT>
                      <a:noFill/>
                    </a:lnT>
                    <a:lnB>
                      <a:noFill/>
                    </a:lnB>
                    <a:solidFill>
                      <a:srgbClr val="FFFFFF"/>
                    </a:solidFill>
                  </a:tcPr>
                </a:tc>
                <a:tc>
                  <a:txBody>
                    <a:bodyPr/>
                    <a:p>
                      <a:pPr marL="0" indent="0" algn="l">
                        <a:spcBef>
                          <a:spcPct val="0"/>
                        </a:spcBef>
                        <a:spcAft>
                          <a:spcPct val="0"/>
                        </a:spcAft>
                      </a:pPr>
                      <a:r>
                        <a:rPr lang="en-US" altLang="zh-CN" sz="800" i="0">
                          <a:solidFill>
                            <a:srgbClr val="000000"/>
                          </a:solidFill>
                          <a:latin typeface="PingFang SC" panose="020B0400000000000000" charset="-122"/>
                          <a:ea typeface="PingFang SC" panose="020B0400000000000000" charset="-122"/>
                        </a:rPr>
                        <a:t>Global Application class that initializes SDKs, databases, and other services.</a:t>
                      </a:r>
                      <a:endParaRPr lang="en-US" altLang="zh-CN" sz="800" i="0">
                        <a:solidFill>
                          <a:srgbClr val="000000"/>
                        </a:solidFill>
                        <a:latin typeface="PingFang SC" panose="020B0400000000000000" charset="-122"/>
                        <a:ea typeface="PingFang SC" panose="020B0400000000000000" charset="-122"/>
                      </a:endParaRPr>
                    </a:p>
                  </a:txBody>
                  <a:tcPr marL="228600" marR="228600" marT="152400" marB="152400" anchor="ctr" anchorCtr="0">
                    <a:lnL w="12700" cap="flat" cmpd="sng">
                      <a:solidFill>
                        <a:srgbClr val="000008"/>
                      </a:solidFill>
                      <a:prstDash val="solid"/>
                      <a:headEnd type="none" w="med" len="med"/>
                      <a:tailEnd type="none" w="med" len="med"/>
                    </a:lnL>
                    <a:lnR>
                      <a:noFill/>
                    </a:lnR>
                    <a:lnT>
                      <a:noFill/>
                    </a:lnT>
                    <a:lnB>
                      <a:noFill/>
                    </a:lnB>
                    <a:solidFill>
                      <a:srgbClr val="FFFFFF"/>
                    </a:solidFill>
                  </a:tcPr>
                </a:tc>
              </a:tr>
            </a:tbl>
          </a:graphicData>
        </a:graphic>
      </p:graphicFrame>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Technical Features</a:t>
            </a:r>
            <a:endParaRPr lang="en-US" altLang="zh-CN"/>
          </a:p>
        </p:txBody>
      </p:sp>
      <p:sp>
        <p:nvSpPr>
          <p:cNvPr id="3" name="内容占位符 2"/>
          <p:cNvSpPr>
            <a:spLocks noGrp="1"/>
          </p:cNvSpPr>
          <p:nvPr>
            <p:ph idx="1"/>
            <p:custDataLst>
              <p:tags r:id="rId2"/>
            </p:custDataLst>
          </p:nvPr>
        </p:nvSpPr>
        <p:spPr/>
        <p:txBody>
          <a:bodyPr>
            <a:normAutofit lnSpcReduction="20000"/>
          </a:bodyPr>
          <a:p>
            <a:pPr marL="0" indent="0">
              <a:lnSpc>
                <a:spcPct val="150000"/>
              </a:lnSpc>
              <a:buNone/>
            </a:pPr>
            <a:r>
              <a:rPr lang="en-US" altLang="zh-CN" sz="1800" b="1">
                <a:latin typeface="Arial" panose="020B0604020202090204" pitchFamily="34" charset="0"/>
                <a:cs typeface="Arial" panose="020B0604020202090204" pitchFamily="34" charset="0"/>
              </a:rPr>
              <a:t>1. Map-related</a:t>
            </a:r>
            <a:endParaRPr lang="en-US" altLang="zh-CN" sz="1800" b="1">
              <a:latin typeface="Arial" panose="020B0604020202090204" pitchFamily="34" charset="0"/>
              <a:cs typeface="Arial" panose="020B0604020202090204" pitchFamily="34" charset="0"/>
            </a:endParaRPr>
          </a:p>
          <a:p>
            <a:pPr marL="0" indent="0">
              <a:lnSpc>
                <a:spcPct val="150000"/>
              </a:lnSpc>
              <a:buNone/>
            </a:pPr>
            <a:r>
              <a:rPr lang="en-US" altLang="zh-CN" sz="1800" b="1">
                <a:latin typeface="Arial" panose="020B0604020202090204" pitchFamily="34" charset="0"/>
                <a:cs typeface="Arial" panose="020B0604020202090204" pitchFamily="34" charset="0"/>
              </a:rPr>
              <a:t>- The package name com.amap.apis indicates the use of AMap SDK (AutoNavi Maps).</a:t>
            </a:r>
            <a:endParaRPr lang="en-US" altLang="zh-CN" sz="1800" b="1">
              <a:latin typeface="Arial" panose="020B0604020202090204" pitchFamily="34" charset="0"/>
              <a:cs typeface="Arial" panose="020B0604020202090204" pitchFamily="34" charset="0"/>
            </a:endParaRPr>
          </a:p>
          <a:p>
            <a:pPr marL="0" indent="0">
              <a:lnSpc>
                <a:spcPct val="150000"/>
              </a:lnSpc>
              <a:buNone/>
            </a:pPr>
            <a:endParaRPr lang="en-US" altLang="zh-CN" sz="1800" b="1">
              <a:latin typeface="Arial" panose="020B0604020202090204" pitchFamily="34" charset="0"/>
              <a:cs typeface="Arial" panose="020B0604020202090204" pitchFamily="34" charset="0"/>
            </a:endParaRPr>
          </a:p>
          <a:p>
            <a:pPr marL="0" indent="0">
              <a:lnSpc>
                <a:spcPct val="150000"/>
              </a:lnSpc>
              <a:buNone/>
            </a:pPr>
            <a:r>
              <a:rPr lang="en-US" altLang="zh-CN" sz="1800" b="1">
                <a:latin typeface="Arial" panose="020B0604020202090204" pitchFamily="34" charset="0"/>
                <a:cs typeface="Arial" panose="020B0604020202090204" pitchFamily="34" charset="0"/>
              </a:rPr>
              <a:t>- Files such as ClusterOverlay.java, ClusterItem.java, and RegionItem.java have implemented the map cluster algorithm. WalkRouteOverlay.java implements walking route drawing. MapUtil.java and AMapServicesUtil.java are helper classes responsible for coordinate calculation, path computation, and AMap service calls.</a:t>
            </a:r>
            <a:endParaRPr lang="en-US" altLang="zh-CN" sz="1800" b="1">
              <a:latin typeface="Arial" panose="020B0604020202090204" pitchFamily="34" charset="0"/>
              <a:cs typeface="Arial" panose="020B0604020202090204" pitchFamily="34" charset="0"/>
            </a:endParaRPr>
          </a:p>
          <a:p>
            <a:pPr>
              <a:lnSpc>
                <a:spcPct val="150000"/>
              </a:lnSpc>
            </a:pPr>
            <a:endParaRPr lang="en-US" altLang="zh-CN" sz="1800" b="1">
              <a:latin typeface="Arial" panose="020B0604020202090204" pitchFamily="34" charset="0"/>
              <a:cs typeface="Arial" panose="020B0604020202090204" pitchFamily="34" charset="0"/>
            </a:endParaRPr>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latin typeface="Arial" panose="020B0604020202090204" pitchFamily="34" charset="0"/>
                <a:cs typeface="Arial" panose="020B0604020202090204" pitchFamily="34" charset="0"/>
                <a:sym typeface="+mn-ea"/>
              </a:rPr>
              <a:t>2. UI Design (res/layout)</a:t>
            </a:r>
            <a:endParaRPr lang="zh-CN" altLang="en-US"/>
          </a:p>
        </p:txBody>
      </p:sp>
      <p:sp>
        <p:nvSpPr>
          <p:cNvPr id="3" name="内容占位符 2"/>
          <p:cNvSpPr>
            <a:spLocks noGrp="1"/>
          </p:cNvSpPr>
          <p:nvPr>
            <p:ph idx="1"/>
            <p:custDataLst>
              <p:tags r:id="rId2"/>
            </p:custDataLst>
          </p:nvPr>
        </p:nvSpPr>
        <p:spPr>
          <a:xfrm>
            <a:off x="521970" y="1833562"/>
            <a:ext cx="8100000" cy="3655219"/>
          </a:xfrm>
        </p:spPr>
        <p:txBody>
          <a:bodyPr>
            <a:noAutofit/>
          </a:bodyPr>
          <a:p>
            <a:pPr marL="0" indent="0" algn="l">
              <a:lnSpc>
                <a:spcPct val="150000"/>
              </a:lnSpc>
              <a:buClrTx/>
              <a:buSzTx/>
              <a:buNone/>
            </a:pPr>
            <a:r>
              <a:rPr lang="en-US" altLang="zh-CN" sz="1400" b="1">
                <a:latin typeface="Arial" panose="020B0604020202090204" pitchFamily="34" charset="0"/>
                <a:cs typeface="Arial" panose="020B0604020202090204" pitchFamily="34" charset="0"/>
                <a:sym typeface="+mn-ea"/>
              </a:rPr>
              <a:t>6 main Activity layouts + 1 RecyclerView card:</a:t>
            </a:r>
            <a:endParaRPr lang="en-US" altLang="zh-CN" sz="1400" b="1">
              <a:latin typeface="Arial" panose="020B0604020202090204" pitchFamily="34" charset="0"/>
              <a:cs typeface="Arial" panose="020B0604020202090204" pitchFamily="34" charset="0"/>
            </a:endParaRPr>
          </a:p>
          <a:p>
            <a:pPr marL="0" indent="0" algn="l">
              <a:lnSpc>
                <a:spcPct val="150000"/>
              </a:lnSpc>
              <a:buClrTx/>
              <a:buSzTx/>
              <a:buNone/>
            </a:pPr>
            <a:r>
              <a:rPr lang="en-US" altLang="zh-CN" sz="1400" b="1">
                <a:latin typeface="Arial" panose="020B0604020202090204" pitchFamily="34" charset="0"/>
                <a:cs typeface="Arial" panose="020B0604020202090204" pitchFamily="34" charset="0"/>
                <a:sym typeface="+mn-ea"/>
              </a:rPr>
              <a:t>activity_main.xml</a:t>
            </a:r>
            <a:endParaRPr lang="en-US" altLang="zh-CN" sz="1400" b="1">
              <a:latin typeface="Arial" panose="020B0604020202090204" pitchFamily="34" charset="0"/>
              <a:cs typeface="Arial" panose="020B0604020202090204" pitchFamily="34" charset="0"/>
            </a:endParaRPr>
          </a:p>
          <a:p>
            <a:pPr marL="0" indent="0" algn="l">
              <a:lnSpc>
                <a:spcPct val="150000"/>
              </a:lnSpc>
              <a:buClrTx/>
              <a:buSzTx/>
              <a:buNone/>
            </a:pPr>
            <a:r>
              <a:rPr lang="en-US" altLang="zh-CN" sz="1400" b="1">
                <a:latin typeface="Arial" panose="020B0604020202090204" pitchFamily="34" charset="0"/>
                <a:cs typeface="Arial" panose="020B0604020202090204" pitchFamily="34" charset="0"/>
                <a:sym typeface="+mn-ea"/>
              </a:rPr>
              <a:t>activity_add_note.xml</a:t>
            </a:r>
            <a:endParaRPr lang="en-US" altLang="zh-CN" sz="1400" b="1">
              <a:latin typeface="Arial" panose="020B0604020202090204" pitchFamily="34" charset="0"/>
              <a:cs typeface="Arial" panose="020B0604020202090204" pitchFamily="34" charset="0"/>
            </a:endParaRPr>
          </a:p>
          <a:p>
            <a:pPr marL="0" indent="0" algn="l">
              <a:lnSpc>
                <a:spcPct val="150000"/>
              </a:lnSpc>
              <a:buClrTx/>
              <a:buSzTx/>
              <a:buNone/>
            </a:pPr>
            <a:r>
              <a:rPr lang="en-US" altLang="zh-CN" sz="1400" b="1">
                <a:latin typeface="Arial" panose="020B0604020202090204" pitchFamily="34" charset="0"/>
                <a:cs typeface="Arial" panose="020B0604020202090204" pitchFamily="34" charset="0"/>
                <a:sym typeface="+mn-ea"/>
              </a:rPr>
              <a:t>activity_note_detail.xml</a:t>
            </a:r>
            <a:endParaRPr lang="en-US" altLang="zh-CN" sz="1400" b="1">
              <a:latin typeface="Arial" panose="020B0604020202090204" pitchFamily="34" charset="0"/>
              <a:cs typeface="Arial" panose="020B0604020202090204" pitchFamily="34" charset="0"/>
            </a:endParaRPr>
          </a:p>
          <a:p>
            <a:pPr marL="0" indent="0" algn="l">
              <a:lnSpc>
                <a:spcPct val="150000"/>
              </a:lnSpc>
              <a:buClrTx/>
              <a:buSzTx/>
              <a:buNone/>
            </a:pPr>
            <a:r>
              <a:rPr lang="en-US" altLang="zh-CN" sz="1400" b="1">
                <a:latin typeface="Arial" panose="020B0604020202090204" pitchFamily="34" charset="0"/>
                <a:cs typeface="Arial" panose="020B0604020202090204" pitchFamily="34" charset="0"/>
                <a:sym typeface="+mn-ea"/>
              </a:rPr>
              <a:t>activity_cluster_detail.xml</a:t>
            </a:r>
            <a:endParaRPr lang="en-US" altLang="zh-CN" sz="1400" b="1">
              <a:latin typeface="Arial" panose="020B0604020202090204" pitchFamily="34" charset="0"/>
              <a:cs typeface="Arial" panose="020B0604020202090204" pitchFamily="34" charset="0"/>
            </a:endParaRPr>
          </a:p>
          <a:p>
            <a:pPr marL="0" indent="0" algn="l">
              <a:lnSpc>
                <a:spcPct val="150000"/>
              </a:lnSpc>
              <a:buClrTx/>
              <a:buSzTx/>
              <a:buNone/>
            </a:pPr>
            <a:r>
              <a:rPr lang="en-US" altLang="zh-CN" sz="1400" b="1">
                <a:latin typeface="Arial" panose="020B0604020202090204" pitchFamily="34" charset="0"/>
                <a:cs typeface="Arial" panose="020B0604020202090204" pitchFamily="34" charset="0"/>
                <a:sym typeface="+mn-ea"/>
              </a:rPr>
              <a:t>activity_picture.xml</a:t>
            </a:r>
            <a:endParaRPr lang="en-US" altLang="zh-CN" sz="1400" b="1">
              <a:latin typeface="Arial" panose="020B0604020202090204" pitchFamily="34" charset="0"/>
              <a:cs typeface="Arial" panose="020B0604020202090204" pitchFamily="34" charset="0"/>
            </a:endParaRPr>
          </a:p>
          <a:p>
            <a:pPr marL="0" indent="0" algn="l">
              <a:lnSpc>
                <a:spcPct val="150000"/>
              </a:lnSpc>
              <a:buClrTx/>
              <a:buSzTx/>
              <a:buNone/>
            </a:pPr>
            <a:r>
              <a:rPr lang="en-US" altLang="zh-CN" sz="1400" b="1">
                <a:latin typeface="Arial" panose="020B0604020202090204" pitchFamily="34" charset="0"/>
                <a:cs typeface="Arial" panose="020B0604020202090204" pitchFamily="34" charset="0"/>
                <a:sym typeface="+mn-ea"/>
              </a:rPr>
              <a:t>activity_profile.xml</a:t>
            </a:r>
            <a:endParaRPr lang="en-US" altLang="zh-CN" sz="1400" b="1">
              <a:latin typeface="Arial" panose="020B0604020202090204" pitchFamily="34" charset="0"/>
              <a:cs typeface="Arial" panose="020B0604020202090204" pitchFamily="34" charset="0"/>
            </a:endParaRPr>
          </a:p>
          <a:p>
            <a:pPr marL="0" indent="0" algn="l">
              <a:lnSpc>
                <a:spcPct val="150000"/>
              </a:lnSpc>
              <a:buClrTx/>
              <a:buSzTx/>
              <a:buNone/>
            </a:pPr>
            <a:r>
              <a:rPr lang="en-US" altLang="zh-CN" sz="1400" b="1">
                <a:latin typeface="Arial" panose="020B0604020202090204" pitchFamily="34" charset="0"/>
                <a:cs typeface="Arial" panose="020B0604020202090204" pitchFamily="34" charset="0"/>
                <a:sym typeface="+mn-ea"/>
              </a:rPr>
              <a:t>item_note_card.xml</a:t>
            </a:r>
            <a:endParaRPr lang="en-US" altLang="zh-CN" sz="1400" b="1">
              <a:latin typeface="Arial" panose="020B0604020202090204" pitchFamily="34" charset="0"/>
              <a:cs typeface="Arial" panose="020B0604020202090204" pitchFamily="34" charset="0"/>
            </a:endParaRPr>
          </a:p>
          <a:p>
            <a:pPr marL="0" indent="0" algn="l">
              <a:lnSpc>
                <a:spcPct val="150000"/>
              </a:lnSpc>
              <a:buClrTx/>
              <a:buSzTx/>
              <a:buNone/>
            </a:pPr>
            <a:r>
              <a:rPr lang="en-US" altLang="zh-CN" sz="1400" b="1">
                <a:latin typeface="Arial" panose="020B0604020202090204" pitchFamily="34" charset="0"/>
                <a:cs typeface="Arial" panose="020B0604020202090204" pitchFamily="34" charset="0"/>
                <a:sym typeface="+mn-ea"/>
              </a:rPr>
              <a:t>The app UI fully covers the entire process from the main interface, note management to the personal center.</a:t>
            </a:r>
            <a:endParaRPr lang="en-US" altLang="zh-CN" sz="1400" b="1">
              <a:latin typeface="Arial" panose="020B0604020202090204" pitchFamily="34" charset="0"/>
              <a:cs typeface="Arial" panose="020B0604020202090204" pitchFamily="34" charset="0"/>
            </a:endParaRPr>
          </a:p>
          <a:p>
            <a:pPr marL="0" algn="l">
              <a:lnSpc>
                <a:spcPct val="150000"/>
              </a:lnSpc>
              <a:buClrTx/>
              <a:buSzTx/>
              <a:buNone/>
            </a:pPr>
            <a:endParaRPr lang="en-US" altLang="zh-CN" sz="1400" b="1">
              <a:latin typeface="Arial" panose="020B0604020202090204" pitchFamily="34" charset="0"/>
              <a:cs typeface="Arial" panose="020B0604020202090204" pitchFamily="34" charset="0"/>
            </a:endParaRPr>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740410" y="799590"/>
            <a:ext cx="8100000" cy="540000"/>
          </a:xfrm>
        </p:spPr>
        <p:txBody>
          <a:bodyPr/>
          <a:p>
            <a:r>
              <a:rPr lang="en-US" altLang="zh-CN">
                <a:latin typeface="Arial" panose="020B0604020202090204" pitchFamily="34" charset="0"/>
                <a:cs typeface="Arial" panose="020B0604020202090204" pitchFamily="34" charset="0"/>
                <a:sym typeface="+mn-ea"/>
              </a:rPr>
              <a:t>UI Design</a:t>
            </a:r>
            <a:endParaRPr lang="zh-CN" altLang="en-US"/>
          </a:p>
        </p:txBody>
      </p:sp>
      <p:pic>
        <p:nvPicPr>
          <p:cNvPr id="4" name="图片 3" descr="微信图片_20251108215512_267_893"/>
          <p:cNvPicPr>
            <a:picLocks noChangeAspect="1"/>
          </p:cNvPicPr>
          <p:nvPr/>
        </p:nvPicPr>
        <p:blipFill>
          <a:blip r:embed="rId2"/>
          <a:stretch>
            <a:fillRect/>
          </a:stretch>
        </p:blipFill>
        <p:spPr>
          <a:xfrm>
            <a:off x="0" y="1510030"/>
            <a:ext cx="1934845" cy="4302760"/>
          </a:xfrm>
          <a:prstGeom prst="rect">
            <a:avLst/>
          </a:prstGeom>
        </p:spPr>
      </p:pic>
      <p:pic>
        <p:nvPicPr>
          <p:cNvPr id="5" name="图片 4" descr="微信图片_20251108215512_268_893"/>
          <p:cNvPicPr>
            <a:picLocks noChangeAspect="1"/>
          </p:cNvPicPr>
          <p:nvPr/>
        </p:nvPicPr>
        <p:blipFill>
          <a:blip r:embed="rId3"/>
          <a:stretch>
            <a:fillRect/>
          </a:stretch>
        </p:blipFill>
        <p:spPr>
          <a:xfrm>
            <a:off x="2413000" y="1497965"/>
            <a:ext cx="1929765" cy="4290695"/>
          </a:xfrm>
          <a:prstGeom prst="rect">
            <a:avLst/>
          </a:prstGeom>
        </p:spPr>
      </p:pic>
      <p:pic>
        <p:nvPicPr>
          <p:cNvPr id="6" name="图片 5" descr="微信图片_20251108215513_269_893"/>
          <p:cNvPicPr>
            <a:picLocks noChangeAspect="1"/>
          </p:cNvPicPr>
          <p:nvPr/>
        </p:nvPicPr>
        <p:blipFill>
          <a:blip r:embed="rId4"/>
          <a:stretch>
            <a:fillRect/>
          </a:stretch>
        </p:blipFill>
        <p:spPr>
          <a:xfrm>
            <a:off x="4821555" y="1510030"/>
            <a:ext cx="1934845" cy="4302760"/>
          </a:xfrm>
          <a:prstGeom prst="rect">
            <a:avLst/>
          </a:prstGeom>
        </p:spPr>
      </p:pic>
      <p:pic>
        <p:nvPicPr>
          <p:cNvPr id="7" name="图片 6" descr="微信图片_20251108215511_266_893"/>
          <p:cNvPicPr>
            <a:picLocks noChangeAspect="1"/>
          </p:cNvPicPr>
          <p:nvPr/>
        </p:nvPicPr>
        <p:blipFill>
          <a:blip r:embed="rId5"/>
          <a:stretch>
            <a:fillRect/>
          </a:stretch>
        </p:blipFill>
        <p:spPr>
          <a:xfrm>
            <a:off x="7209155" y="1497965"/>
            <a:ext cx="1934845" cy="4302760"/>
          </a:xfrm>
          <a:prstGeom prst="rect">
            <a:avLst/>
          </a:prstGeom>
        </p:spPr>
      </p:pic>
    </p:spTree>
    <p:custDataLst>
      <p:tags r:id="rId6"/>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en-US" altLang="zh-CN">
                <a:latin typeface="Arial" panose="020B0604020202090204" pitchFamily="34" charset="0"/>
                <a:cs typeface="Arial" panose="020B0604020202090204" pitchFamily="34" charset="0"/>
                <a:sym typeface="+mn-ea"/>
              </a:rPr>
              <a:t>3. Resource Files</a:t>
            </a:r>
            <a:endParaRPr lang="en-US" altLang="zh-CN" b="1">
              <a:latin typeface="Arial" panose="020B0604020202090204" pitchFamily="34" charset="0"/>
              <a:cs typeface="Arial" panose="020B0604020202090204" pitchFamily="34" charset="0"/>
            </a:endParaRPr>
          </a:p>
        </p:txBody>
      </p:sp>
      <p:sp>
        <p:nvSpPr>
          <p:cNvPr id="3" name="内容占位符 2"/>
          <p:cNvSpPr>
            <a:spLocks noGrp="1"/>
          </p:cNvSpPr>
          <p:nvPr>
            <p:ph idx="1"/>
            <p:custDataLst>
              <p:tags r:id="rId2"/>
            </p:custDataLst>
          </p:nvPr>
        </p:nvSpPr>
        <p:spPr/>
        <p:txBody>
          <a:bodyPr/>
          <a:p>
            <a:pPr marL="0" indent="0">
              <a:buNone/>
            </a:pPr>
            <a:r>
              <a:rPr lang="en-US" altLang="zh-CN" sz="2000" b="1">
                <a:latin typeface="Arial" panose="020B0604020202090204" pitchFamily="34" charset="0"/>
                <a:cs typeface="Arial" panose="020B0604020202090204" pitchFamily="34" charset="0"/>
              </a:rPr>
              <a:t>- The drawable/ folder contains a large number of map icons (such as start point, end point, GPS point, navigation arrow, etc.).</a:t>
            </a:r>
            <a:endParaRPr lang="en-US" altLang="zh-CN" sz="2000" b="1">
              <a:latin typeface="Arial" panose="020B0604020202090204" pitchFamily="34" charset="0"/>
              <a:cs typeface="Arial" panose="020B0604020202090204" pitchFamily="34" charset="0"/>
            </a:endParaRPr>
          </a:p>
          <a:p>
            <a:pPr marL="0" indent="0">
              <a:buNone/>
            </a:pPr>
            <a:r>
              <a:rPr lang="en-US" altLang="zh-CN" sz="2000" b="1">
                <a:latin typeface="Arial" panose="020B0604020202090204" pitchFamily="34" charset="0"/>
                <a:cs typeface="Arial" panose="020B0604020202090204" pitchFamily="34" charset="0"/>
              </a:rPr>
              <a:t>- values/strings.xml, themes.xml, colors.xml have defined themes and interface styles.</a:t>
            </a:r>
            <a:endParaRPr lang="en-US" altLang="zh-CN" sz="2000" b="1">
              <a:latin typeface="Arial" panose="020B0604020202090204" pitchFamily="34" charset="0"/>
              <a:cs typeface="Arial" panose="020B0604020202090204" pitchFamily="34" charset="0"/>
            </a:endParaRPr>
          </a:p>
          <a:p>
            <a:pPr marL="0" indent="0">
              <a:buNone/>
            </a:pPr>
            <a:r>
              <a:rPr lang="en-US" altLang="zh-CN" sz="2000" b="1">
                <a:latin typeface="Arial" panose="020B0604020202090204" pitchFamily="34" charset="0"/>
                <a:cs typeface="Arial" panose="020B0604020202090204" pitchFamily="34" charset="0"/>
              </a:rPr>
              <a:t>- xml/file_paths.xml is used for file read/write permission configuration on Android 7+, indicating support for image upload or local storage.</a:t>
            </a:r>
            <a:endParaRPr lang="en-US" altLang="zh-CN" sz="2000" b="1">
              <a:latin typeface="Arial" panose="020B0604020202090204" pitchFamily="34" charset="0"/>
              <a:cs typeface="Arial" panose="020B0604020202090204" pitchFamily="34" charset="0"/>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1.0"/>
  <p:tag name="KSO_WM_BEAUTIFY_FLAG" val="#wm#"/>
  <p:tag name="KSO_WM_UNIT_TYPE" val="i"/>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1.0"/>
  <p:tag name="KSO_WM_BEAUTIFY_FLAG" val="#wm#"/>
  <p:tag name="KSO_WM_UNIT_TYPE" val="i"/>
  <p:tag name="KSO_WM_UNIT_INDEX" val="2"/>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
  <p:tag name="KSO_WM_UNIT_LAYERLEVEL" val="1"/>
  <p:tag name="KSO_WM_TAG_VERSION" val="1.0"/>
  <p:tag name="KSO_WM_BEAUTIFY_FLAG" val="#wm#"/>
  <p:tag name="KSO_WM_UNIT_TYPE" val="i"/>
  <p:tag name="KSO_WM_UNIT_INDEX" val="3"/>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4"/>
  <p:tag name="KSO_WM_UNIT_LAYERLEVEL" val="1"/>
  <p:tag name="KSO_WM_TAG_VERSION" val="1.0"/>
  <p:tag name="KSO_WM_BEAUTIFY_FLAG" val="#wm#"/>
  <p:tag name="KSO_WM_UNIT_TYPE" val="i"/>
  <p:tag name="KSO_WM_UNIT_INDEX" val="4"/>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5"/>
  <p:tag name="KSO_WM_UNIT_LAYERLEVEL" val="1"/>
  <p:tag name="KSO_WM_TAG_VERSION" val="1.0"/>
  <p:tag name="KSO_WM_BEAUTIFY_FLAG" val="#wm#"/>
  <p:tag name="KSO_WM_UNIT_TYPE" val="i"/>
  <p:tag name="KSO_WM_UNIT_INDEX" val="5"/>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6"/>
  <p:tag name="KSO_WM_UNIT_LAYERLEVEL" val="1"/>
  <p:tag name="KSO_WM_TAG_VERSION" val="1.0"/>
  <p:tag name="KSO_WM_BEAUTIFY_FLAG" val="#wm#"/>
  <p:tag name="KSO_WM_UNIT_TYPE" val="i"/>
  <p:tag name="KSO_WM_UNIT_INDEX" val="6"/>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7"/>
  <p:tag name="KSO_WM_UNIT_LAYERLEVEL" val="1"/>
  <p:tag name="KSO_WM_TAG_VERSION" val="1.0"/>
  <p:tag name="KSO_WM_BEAUTIFY_FLAG" val="#wm#"/>
  <p:tag name="KSO_WM_UNIT_TYPE" val="i"/>
  <p:tag name="KSO_WM_UNIT_INDEX" val="7"/>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8"/>
  <p:tag name="KSO_WM_UNIT_LAYERLEVEL" val="1"/>
  <p:tag name="KSO_WM_TAG_VERSION" val="1.0"/>
  <p:tag name="KSO_WM_BEAUTIFY_FLAG" val="#wm#"/>
  <p:tag name="KSO_WM_UNIT_TYPE" val="i"/>
  <p:tag name="KSO_WM_UNIT_INDEX" val="8"/>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9"/>
  <p:tag name="KSO_WM_UNIT_LAYERLEVEL" val="1"/>
  <p:tag name="KSO_WM_TAG_VERSION" val="1.0"/>
  <p:tag name="KSO_WM_BEAUTIFY_FLAG" val="#wm#"/>
  <p:tag name="KSO_WM_UNIT_TYPE" val="i"/>
  <p:tag name="KSO_WM_UNIT_INDEX" val="9"/>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0"/>
  <p:tag name="KSO_WM_UNIT_LAYERLEVEL" val="1"/>
  <p:tag name="KSO_WM_TAG_VERSION" val="1.0"/>
  <p:tag name="KSO_WM_BEAUTIFY_FLAG" val="#wm#"/>
  <p:tag name="KSO_WM_UNIT_TYPE" val="i"/>
  <p:tag name="KSO_WM_UNIT_INDEX" val="10"/>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1"/>
  <p:tag name="KSO_WM_UNIT_LAYERLEVEL" val="1"/>
  <p:tag name="KSO_WM_TAG_VERSION" val="1.0"/>
  <p:tag name="KSO_WM_BEAUTIFY_FLAG" val="#wm#"/>
  <p:tag name="KSO_WM_UNIT_TYPE" val="i"/>
  <p:tag name="KSO_WM_UNIT_INDEX" val="1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2"/>
  <p:tag name="KSO_WM_UNIT_LAYERLEVEL" val="1"/>
  <p:tag name="KSO_WM_TAG_VERSION" val="1.0"/>
  <p:tag name="KSO_WM_BEAUTIFY_FLAG" val="#wm#"/>
  <p:tag name="KSO_WM_UNIT_TYPE" val="i"/>
  <p:tag name="KSO_WM_UNIT_INDEX" val="12"/>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3"/>
  <p:tag name="KSO_WM_UNIT_LAYERLEVEL" val="1"/>
  <p:tag name="KSO_WM_TAG_VERSION" val="1.0"/>
  <p:tag name="KSO_WM_BEAUTIFY_FLAG" val="#wm#"/>
  <p:tag name="KSO_WM_UNIT_TYPE" val="i"/>
  <p:tag name="KSO_WM_UNIT_INDEX" val="13"/>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4"/>
  <p:tag name="KSO_WM_UNIT_LAYERLEVEL" val="1"/>
  <p:tag name="KSO_WM_TAG_VERSION" val="1.0"/>
  <p:tag name="KSO_WM_BEAUTIFY_FLAG" val="#wm#"/>
  <p:tag name="KSO_WM_UNIT_TYPE" val="i"/>
  <p:tag name="KSO_WM_UNIT_INDEX" val="14"/>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5"/>
  <p:tag name="KSO_WM_UNIT_LAYERLEVEL" val="1"/>
  <p:tag name="KSO_WM_TAG_VERSION" val="1.0"/>
  <p:tag name="KSO_WM_BEAUTIFY_FLAG" val="#wm#"/>
  <p:tag name="KSO_WM_UNIT_TYPE" val="i"/>
  <p:tag name="KSO_WM_UNIT_INDEX" val="15"/>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6"/>
  <p:tag name="KSO_WM_UNIT_LAYERLEVEL" val="1"/>
  <p:tag name="KSO_WM_TAG_VERSION" val="1.0"/>
  <p:tag name="KSO_WM_BEAUTIFY_FLAG" val="#wm#"/>
  <p:tag name="KSO_WM_UNIT_TYPE" val="i"/>
  <p:tag name="KSO_WM_UNIT_INDEX" val="16"/>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7"/>
  <p:tag name="KSO_WM_UNIT_LAYERLEVEL" val="1"/>
  <p:tag name="KSO_WM_TAG_VERSION" val="1.0"/>
  <p:tag name="KSO_WM_BEAUTIFY_FLAG" val="#wm#"/>
  <p:tag name="KSO_WM_UNIT_TYPE" val="i"/>
  <p:tag name="KSO_WM_UNIT_INDEX" val="17"/>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8"/>
  <p:tag name="KSO_WM_UNIT_LAYERLEVEL" val="1"/>
  <p:tag name="KSO_WM_TAG_VERSION" val="1.0"/>
  <p:tag name="KSO_WM_BEAUTIFY_FLAG" val="#wm#"/>
  <p:tag name="KSO_WM_UNIT_TYPE" val="i"/>
  <p:tag name="KSO_WM_UNIT_INDEX" val="18"/>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9"/>
  <p:tag name="KSO_WM_UNIT_LAYERLEVEL" val="1"/>
  <p:tag name="KSO_WM_TAG_VERSION" val="1.0"/>
  <p:tag name="KSO_WM_BEAUTIFY_FLAG" val="#wm#"/>
  <p:tag name="KSO_WM_UNIT_TYPE" val="i"/>
  <p:tag name="KSO_WM_UNIT_INDEX" val="19"/>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0"/>
  <p:tag name="KSO_WM_UNIT_LAYERLEVEL" val="1"/>
  <p:tag name="KSO_WM_TAG_VERSION" val="1.0"/>
  <p:tag name="KSO_WM_BEAUTIFY_FLAG" val="#wm#"/>
  <p:tag name="KSO_WM_UNIT_TYPE" val="i"/>
  <p:tag name="KSO_WM_UNIT_INDEX" val="20"/>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1"/>
  <p:tag name="KSO_WM_UNIT_LAYERLEVEL" val="1"/>
  <p:tag name="KSO_WM_TAG_VERSION" val="1.0"/>
  <p:tag name="KSO_WM_BEAUTIFY_FLAG" val="#wm#"/>
  <p:tag name="KSO_WM_UNIT_TYPE" val="i"/>
  <p:tag name="KSO_WM_UNIT_INDEX" val="2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2"/>
  <p:tag name="KSO_WM_UNIT_LAYERLEVEL" val="1"/>
  <p:tag name="KSO_WM_TAG_VERSION" val="1.0"/>
  <p:tag name="KSO_WM_BEAUTIFY_FLAG" val="#wm#"/>
  <p:tag name="KSO_WM_UNIT_TYPE" val="i"/>
  <p:tag name="KSO_WM_UNIT_INDEX" val="22"/>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3"/>
  <p:tag name="KSO_WM_UNIT_LAYERLEVEL" val="1"/>
  <p:tag name="KSO_WM_TAG_VERSION" val="1.0"/>
  <p:tag name="KSO_WM_BEAUTIFY_FLAG" val="#wm#"/>
  <p:tag name="KSO_WM_UNIT_TYPE" val="i"/>
  <p:tag name="KSO_WM_UNIT_INDEX" val="23"/>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4"/>
  <p:tag name="KSO_WM_UNIT_LAYERLEVEL" val="1"/>
  <p:tag name="KSO_WM_TAG_VERSION" val="1.0"/>
  <p:tag name="KSO_WM_BEAUTIFY_FLAG" val="#wm#"/>
  <p:tag name="KSO_WM_UNIT_TYPE" val="i"/>
  <p:tag name="KSO_WM_UNIT_INDEX" val="24"/>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5"/>
  <p:tag name="KSO_WM_UNIT_LAYERLEVEL" val="1"/>
  <p:tag name="KSO_WM_TAG_VERSION" val="1.0"/>
  <p:tag name="KSO_WM_BEAUTIFY_FLAG" val="#wm#"/>
  <p:tag name="KSO_WM_UNIT_TYPE" val="i"/>
  <p:tag name="KSO_WM_UNIT_INDEX" val="25"/>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6"/>
  <p:tag name="KSO_WM_UNIT_LAYERLEVEL" val="1"/>
  <p:tag name="KSO_WM_TAG_VERSION" val="1.0"/>
  <p:tag name="KSO_WM_BEAUTIFY_FLAG" val="#wm#"/>
  <p:tag name="KSO_WM_UNIT_TYPE" val="i"/>
  <p:tag name="KSO_WM_UNIT_INDEX" val="26"/>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7"/>
  <p:tag name="KSO_WM_UNIT_LAYERLEVEL" val="1"/>
  <p:tag name="KSO_WM_TAG_VERSION" val="1.0"/>
  <p:tag name="KSO_WM_BEAUTIFY_FLAG" val="#wm#"/>
  <p:tag name="KSO_WM_UNIT_TYPE" val="i"/>
  <p:tag name="KSO_WM_UNIT_INDEX" val="27"/>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8"/>
  <p:tag name="KSO_WM_UNIT_LAYERLEVEL" val="1"/>
  <p:tag name="KSO_WM_TAG_VERSION" val="1.0"/>
  <p:tag name="KSO_WM_BEAUTIFY_FLAG" val="#wm#"/>
  <p:tag name="KSO_WM_UNIT_TYPE" val="i"/>
  <p:tag name="KSO_WM_UNIT_INDEX" val="28"/>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9"/>
  <p:tag name="KSO_WM_UNIT_LAYERLEVEL" val="1"/>
  <p:tag name="KSO_WM_TAG_VERSION" val="1.0"/>
  <p:tag name="KSO_WM_BEAUTIFY_FLAG" val="#wm#"/>
  <p:tag name="KSO_WM_UNIT_TYPE" val="i"/>
  <p:tag name="KSO_WM_UNIT_INDEX" val="29"/>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0"/>
  <p:tag name="KSO_WM_UNIT_LAYERLEVEL" val="1"/>
  <p:tag name="KSO_WM_TAG_VERSION" val="1.0"/>
  <p:tag name="KSO_WM_BEAUTIFY_FLAG" val="#wm#"/>
  <p:tag name="KSO_WM_UNIT_TYPE" val="i"/>
  <p:tag name="KSO_WM_UNIT_INDEX" val="30"/>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1"/>
  <p:tag name="KSO_WM_UNIT_LAYERLEVEL" val="1"/>
  <p:tag name="KSO_WM_TAG_VERSION" val="1.0"/>
  <p:tag name="KSO_WM_BEAUTIFY_FLAG" val="#wm#"/>
  <p:tag name="KSO_WM_UNIT_TYPE" val="i"/>
  <p:tag name="KSO_WM_UNIT_INDEX" val="31"/>
</p:tagLst>
</file>

<file path=ppt/tags/tag3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32"/>
  <p:tag name="KSO_WM_UNIT_LAYERLEVEL" val="1"/>
  <p:tag name="KSO_WM_TAG_VERSION" val="1.0"/>
  <p:tag name="KSO_WM_UNIT_TYPE" val="i"/>
  <p:tag name="KSO_WM_UNIT_INDEX" val="32"/>
</p:tagLst>
</file>

<file path=ppt/tags/tag3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33"/>
  <p:tag name="KSO_WM_UNIT_LAYERLEVEL" val="1"/>
  <p:tag name="KSO_WM_TAG_VERSION" val="1.0"/>
  <p:tag name="KSO_WM_UNIT_TYPE" val="i"/>
  <p:tag name="KSO_WM_UNIT_INDEX" val="33"/>
</p:tagLst>
</file>

<file path=ppt/tags/tag3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34"/>
  <p:tag name="KSO_WM_UNIT_LAYERLEVEL" val="1"/>
  <p:tag name="KSO_WM_TAG_VERSION" val="1.0"/>
  <p:tag name="KSO_WM_UNIT_TYPE" val="i"/>
  <p:tag name="KSO_WM_UNIT_INDEX" val="34"/>
</p:tagLst>
</file>

<file path=ppt/tags/tag3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35"/>
  <p:tag name="KSO_WM_UNIT_LAYERLEVEL" val="1"/>
  <p:tag name="KSO_WM_TAG_VERSION" val="1.0"/>
  <p:tag name="KSO_WM_UNIT_TYPE" val="i"/>
  <p:tag name="KSO_WM_UNIT_INDEX" val="35"/>
</p:tagLst>
</file>

<file path=ppt/tags/tag3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36"/>
  <p:tag name="KSO_WM_UNIT_LAYERLEVEL" val="1"/>
  <p:tag name="KSO_WM_TAG_VERSION" val="1.0"/>
  <p:tag name="KSO_WM_UNIT_TYPE" val="i"/>
  <p:tag name="KSO_WM_UNIT_INDEX" val="36"/>
</p:tagLst>
</file>

<file path=ppt/tags/tag3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37"/>
  <p:tag name="KSO_WM_UNIT_LAYERLEVEL" val="1"/>
  <p:tag name="KSO_WM_TAG_VERSION" val="1.0"/>
  <p:tag name="KSO_WM_UNIT_TYPE" val="i"/>
  <p:tag name="KSO_WM_UNIT_INDEX" val="37"/>
</p:tagLst>
</file>

<file path=ppt/tags/tag3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38"/>
  <p:tag name="KSO_WM_UNIT_LAYERLEVEL" val="1"/>
  <p:tag name="KSO_WM_TAG_VERSION" val="1.0"/>
  <p:tag name="KSO_WM_UNIT_TYPE" val="i"/>
  <p:tag name="KSO_WM_UNIT_INDEX" val="38"/>
</p:tagLst>
</file>

<file path=ppt/tags/tag3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39"/>
  <p:tag name="KSO_WM_UNIT_LAYERLEVEL" val="1"/>
  <p:tag name="KSO_WM_TAG_VERSION" val="1.0"/>
  <p:tag name="KSO_WM_UNIT_TYPE" val="i"/>
  <p:tag name="KSO_WM_UNIT_INDEX" val="39"/>
</p:tagLst>
</file>

<file path=ppt/tags/tag4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0"/>
  <p:tag name="KSO_WM_UNIT_LAYERLEVEL" val="1"/>
  <p:tag name="KSO_WM_TAG_VERSION" val="1.0"/>
  <p:tag name="KSO_WM_UNIT_TYPE" val="i"/>
  <p:tag name="KSO_WM_UNIT_INDEX" val="40"/>
</p:tagLst>
</file>

<file path=ppt/tags/tag4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1"/>
  <p:tag name="KSO_WM_UNIT_LAYERLEVEL" val="1"/>
  <p:tag name="KSO_WM_TAG_VERSION" val="1.0"/>
  <p:tag name="KSO_WM_UNIT_TYPE" val="i"/>
  <p:tag name="KSO_WM_UNIT_INDEX" val="41"/>
</p:tagLst>
</file>

<file path=ppt/tags/tag4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2"/>
  <p:tag name="KSO_WM_UNIT_LAYERLEVEL" val="1"/>
  <p:tag name="KSO_WM_TAG_VERSION" val="1.0"/>
  <p:tag name="KSO_WM_UNIT_TYPE" val="i"/>
  <p:tag name="KSO_WM_UNIT_INDEX" val="42"/>
</p:tagLst>
</file>

<file path=ppt/tags/tag4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3"/>
  <p:tag name="KSO_WM_UNIT_LAYERLEVEL" val="1"/>
  <p:tag name="KSO_WM_TAG_VERSION" val="1.0"/>
  <p:tag name="KSO_WM_UNIT_TYPE" val="i"/>
  <p:tag name="KSO_WM_UNIT_INDEX" val="43"/>
</p:tagLst>
</file>

<file path=ppt/tags/tag4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4"/>
  <p:tag name="KSO_WM_UNIT_LAYERLEVEL" val="1"/>
  <p:tag name="KSO_WM_TAG_VERSION" val="1.0"/>
  <p:tag name="KSO_WM_UNIT_TYPE" val="i"/>
  <p:tag name="KSO_WM_UNIT_INDEX" val="44"/>
</p:tagLst>
</file>

<file path=ppt/tags/tag4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5"/>
  <p:tag name="KSO_WM_UNIT_LAYERLEVEL" val="1"/>
  <p:tag name="KSO_WM_TAG_VERSION" val="1.0"/>
  <p:tag name="KSO_WM_UNIT_TYPE" val="i"/>
  <p:tag name="KSO_WM_UNIT_INDEX" val="45"/>
</p:tagLst>
</file>

<file path=ppt/tags/tag4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6"/>
  <p:tag name="KSO_WM_UNIT_LAYERLEVEL" val="1"/>
  <p:tag name="KSO_WM_TAG_VERSION" val="1.0"/>
  <p:tag name="KSO_WM_UNIT_TYPE" val="i"/>
  <p:tag name="KSO_WM_UNIT_INDEX" val="46"/>
</p:tagLst>
</file>

<file path=ppt/tags/tag4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7"/>
  <p:tag name="KSO_WM_UNIT_LAYERLEVEL" val="1"/>
  <p:tag name="KSO_WM_TAG_VERSION" val="1.0"/>
  <p:tag name="KSO_WM_UNIT_TYPE" val="i"/>
  <p:tag name="KSO_WM_UNIT_INDEX" val="47"/>
</p:tagLst>
</file>

<file path=ppt/tags/tag4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8"/>
  <p:tag name="KSO_WM_UNIT_LAYERLEVEL" val="1"/>
  <p:tag name="KSO_WM_TAG_VERSION" val="1.0"/>
  <p:tag name="KSO_WM_UNIT_TYPE" val="i"/>
  <p:tag name="KSO_WM_UNIT_INDEX" val="48"/>
</p:tagLst>
</file>

<file path=ppt/tags/tag4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49"/>
  <p:tag name="KSO_WM_UNIT_LAYERLEVEL" val="1"/>
  <p:tag name="KSO_WM_TAG_VERSION" val="1.0"/>
  <p:tag name="KSO_WM_UNIT_TYPE" val="i"/>
  <p:tag name="KSO_WM_UNIT_INDEX" val="49"/>
</p:tagLst>
</file>

<file path=ppt/tags/tag5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50"/>
  <p:tag name="KSO_WM_UNIT_LAYERLEVEL" val="1"/>
  <p:tag name="KSO_WM_TAG_VERSION" val="1.0"/>
  <p:tag name="KSO_WM_UNIT_TYPE" val="i"/>
  <p:tag name="KSO_WM_UNIT_INDEX" val="50"/>
</p:tagLst>
</file>

<file path=ppt/tags/tag5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51"/>
  <p:tag name="KSO_WM_UNIT_LAYERLEVEL" val="1"/>
  <p:tag name="KSO_WM_TAG_VERSION" val="1.0"/>
  <p:tag name="KSO_WM_UNIT_TYPE" val="i"/>
  <p:tag name="KSO_WM_UNIT_INDEX" val="51"/>
</p:tagLst>
</file>

<file path=ppt/tags/tag5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52"/>
  <p:tag name="KSO_WM_UNIT_LAYERLEVEL" val="1"/>
  <p:tag name="KSO_WM_TAG_VERSION" val="1.0"/>
  <p:tag name="KSO_WM_UNIT_TYPE" val="i"/>
  <p:tag name="KSO_WM_UNIT_INDEX" val="52"/>
</p:tagLst>
</file>

<file path=ppt/tags/tag5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53"/>
  <p:tag name="KSO_WM_UNIT_LAYERLEVEL" val="1"/>
  <p:tag name="KSO_WM_TAG_VERSION" val="1.0"/>
  <p:tag name="KSO_WM_UNIT_TYPE" val="i"/>
  <p:tag name="KSO_WM_UNIT_INDEX" val="53"/>
</p:tagLst>
</file>

<file path=ppt/tags/tag5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54"/>
  <p:tag name="KSO_WM_UNIT_LAYERLEVEL" val="1"/>
  <p:tag name="KSO_WM_TAG_VERSION" val="1.0"/>
  <p:tag name="KSO_WM_UNIT_TYPE" val="i"/>
  <p:tag name="KSO_WM_UNIT_INDEX" val="54"/>
</p:tagLst>
</file>

<file path=ppt/tags/tag5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55"/>
  <p:tag name="KSO_WM_UNIT_LAYERLEVEL" val="1"/>
  <p:tag name="KSO_WM_TAG_VERSION" val="1.0"/>
  <p:tag name="KSO_WM_UNIT_TYPE" val="i"/>
  <p:tag name="KSO_WM_UNIT_INDEX" val="55"/>
</p:tagLst>
</file>

<file path=ppt/tags/tag5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56"/>
  <p:tag name="KSO_WM_UNIT_LAYERLEVEL" val="1"/>
  <p:tag name="KSO_WM_TAG_VERSION" val="1.0"/>
  <p:tag name="KSO_WM_UNIT_TYPE" val="i"/>
  <p:tag name="KSO_WM_UNIT_INDEX" val="56"/>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b*1"/>
  <p:tag name="KSO_WM_UNIT_LAYERLEVEL" val="1"/>
  <p:tag name="KSO_WM_TAG_VERSION" val="1.0"/>
  <p:tag name="KSO_WM_BEAUTIFY_FLAG" val="#wm#"/>
  <p:tag name="KSO_WM_UNIT_ISCONTENTSTITLE" val="0"/>
  <p:tag name="KSO_WM_UNIT_ISNUMDGMTITLE" val="0"/>
  <p:tag name="KSO_WM_UNIT_PRESET_TEXT" val="单击此处编辑母版副标题样式"/>
  <p:tag name="KSO_WM_UNIT_NOCLEAR" val="0"/>
  <p:tag name="KSO_WM_UNIT_VALUE" val="80"/>
  <p:tag name="KSO_WM_UNIT_TYPE" val="b"/>
  <p:tag name="KSO_WM_UNIT_INDEX" val="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1.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3"/>
  <p:tag name="KSO_WM_UNIT_LAYERLEVEL" val="1"/>
  <p:tag name="KSO_WM_TAG_VERSION" val="1.0"/>
  <p:tag name="KSO_WM_BEAUTIFY_FLAG" val="#wm#"/>
  <p:tag name="KSO_WM_UNIT_PRESET_TEXT" val="公司名占位符"/>
  <p:tag name="KSO_WM_UNIT_NOCLEAR" val="0"/>
  <p:tag name="KSO_WM_UNIT_VALUE" val="16"/>
  <p:tag name="KSO_WM_UNIT_TYPE" val="f"/>
  <p:tag name="KSO_WM_UNIT_INDEX" val="3"/>
  <p:tag name="KSO_WM_UNIT_SUBTYPE" val="g"/>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1"/>
  <p:tag name="KSO_WM_UNIT_LAYERLEVEL" val="1"/>
  <p:tag name="KSO_WM_TAG_VERSION" val="1.0"/>
  <p:tag name="KSO_WM_BEAUTIFY_FLAG" val="#wm#"/>
  <p:tag name="KSO_WM_UNIT_SUBTYPE" val="c"/>
  <p:tag name="KSO_WM_UNIT_PRESET_TEXT" val="日期时间占位符"/>
  <p:tag name="KSO_WM_UNIT_NOCLEAR" val="0"/>
  <p:tag name="KSO_WM_UNIT_VALUE" val="8"/>
  <p:tag name="KSO_WM_UNIT_TYPE" val="f"/>
  <p:tag name="KSO_WM_UNIT_INDEX"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585"/>
  <p:tag name="KSO_WM_UNIT_TYPE" val="f"/>
  <p:tag name="KSO_WM_UNIT_INDEX" val="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1.0"/>
  <p:tag name="KSO_WM_BEAUTIFY_FLAG" val="#wm#"/>
  <p:tag name="KSO_WM_UNIT_TYPE" val="i"/>
  <p:tag name="KSO_WM_UNIT_INDEX" val="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1.0"/>
  <p:tag name="KSO_WM_BEAUTIFY_FLAG" val="#wm#"/>
  <p:tag name="KSO_WM_UNIT_TYPE" val="i"/>
  <p:tag name="KSO_WM_UNIT_INDEX" val="2"/>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1.0"/>
  <p:tag name="KSO_WM_BEAUTIFY_FLAG" val="#wm#"/>
  <p:tag name="KSO_WM_UNIT_TYPE" val="i"/>
  <p:tag name="KSO_WM_UNIT_INDEX" val="3"/>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4"/>
  <p:tag name="KSO_WM_UNIT_LAYERLEVEL" val="1"/>
  <p:tag name="KSO_WM_TAG_VERSION" val="1.0"/>
  <p:tag name="KSO_WM_BEAUTIFY_FLAG" val="#wm#"/>
  <p:tag name="KSO_WM_UNIT_TYPE" val="i"/>
  <p:tag name="KSO_WM_UNIT_INDEX" val="4"/>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5"/>
  <p:tag name="KSO_WM_UNIT_LAYERLEVEL" val="1"/>
  <p:tag name="KSO_WM_TAG_VERSION" val="1.0"/>
  <p:tag name="KSO_WM_BEAUTIFY_FLAG" val="#wm#"/>
  <p:tag name="KSO_WM_UNIT_TYPE" val="i"/>
  <p:tag name="KSO_WM_UNIT_INDEX" val="5"/>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6"/>
  <p:tag name="KSO_WM_UNIT_LAYERLEVEL" val="1"/>
  <p:tag name="KSO_WM_TAG_VERSION" val="1.0"/>
  <p:tag name="KSO_WM_BEAUTIFY_FLAG" val="#wm#"/>
  <p:tag name="KSO_WM_UNIT_TYPE" val="i"/>
  <p:tag name="KSO_WM_UNIT_INDEX" val="6"/>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7"/>
  <p:tag name="KSO_WM_UNIT_LAYERLEVEL" val="1"/>
  <p:tag name="KSO_WM_TAG_VERSION" val="1.0"/>
  <p:tag name="KSO_WM_BEAUTIFY_FLAG" val="#wm#"/>
  <p:tag name="KSO_WM_UNIT_TYPE" val="i"/>
  <p:tag name="KSO_WM_UNIT_INDEX" val="7"/>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8"/>
  <p:tag name="KSO_WM_UNIT_LAYERLEVEL" val="1"/>
  <p:tag name="KSO_WM_TAG_VERSION" val="1.0"/>
  <p:tag name="KSO_WM_BEAUTIFY_FLAG" val="#wm#"/>
  <p:tag name="KSO_WM_UNIT_TYPE" val="i"/>
  <p:tag name="KSO_WM_UNIT_INDEX" val="8"/>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9"/>
  <p:tag name="KSO_WM_UNIT_LAYERLEVEL" val="1"/>
  <p:tag name="KSO_WM_TAG_VERSION" val="1.0"/>
  <p:tag name="KSO_WM_BEAUTIFY_FLAG" val="#wm#"/>
  <p:tag name="KSO_WM_UNIT_TYPE" val="i"/>
  <p:tag name="KSO_WM_UNIT_INDEX" val="9"/>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0"/>
  <p:tag name="KSO_WM_UNIT_LAYERLEVEL" val="1"/>
  <p:tag name="KSO_WM_TAG_VERSION" val="1.0"/>
  <p:tag name="KSO_WM_BEAUTIFY_FLAG" val="#wm#"/>
  <p:tag name="KSO_WM_UNIT_TYPE" val="i"/>
  <p:tag name="KSO_WM_UNIT_INDEX" val="10"/>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1"/>
  <p:tag name="KSO_WM_UNIT_LAYERLEVEL" val="1"/>
  <p:tag name="KSO_WM_TAG_VERSION" val="1.0"/>
  <p:tag name="KSO_WM_BEAUTIFY_FLAG" val="#wm#"/>
  <p:tag name="KSO_WM_UNIT_TYPE" val="i"/>
  <p:tag name="KSO_WM_UNIT_INDEX" val="1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2"/>
  <p:tag name="KSO_WM_UNIT_LAYERLEVEL" val="1"/>
  <p:tag name="KSO_WM_TAG_VERSION" val="1.0"/>
  <p:tag name="KSO_WM_BEAUTIFY_FLAG" val="#wm#"/>
  <p:tag name="KSO_WM_UNIT_TYPE" val="i"/>
  <p:tag name="KSO_WM_UNIT_INDEX" val="1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3"/>
  <p:tag name="KSO_WM_UNIT_LAYERLEVEL" val="1"/>
  <p:tag name="KSO_WM_TAG_VERSION" val="1.0"/>
  <p:tag name="KSO_WM_BEAUTIFY_FLAG" val="#wm#"/>
  <p:tag name="KSO_WM_UNIT_TYPE" val="i"/>
  <p:tag name="KSO_WM_UNIT_INDEX" val="13"/>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4"/>
  <p:tag name="KSO_WM_UNIT_LAYERLEVEL" val="1"/>
  <p:tag name="KSO_WM_TAG_VERSION" val="1.0"/>
  <p:tag name="KSO_WM_BEAUTIFY_FLAG" val="#wm#"/>
  <p:tag name="KSO_WM_UNIT_TYPE" val="i"/>
  <p:tag name="KSO_WM_UNIT_INDEX" val="14"/>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5"/>
  <p:tag name="KSO_WM_UNIT_LAYERLEVEL" val="1"/>
  <p:tag name="KSO_WM_TAG_VERSION" val="1.0"/>
  <p:tag name="KSO_WM_BEAUTIFY_FLAG" val="#wm#"/>
  <p:tag name="KSO_WM_UNIT_TYPE" val="i"/>
  <p:tag name="KSO_WM_UNIT_INDEX" val="15"/>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6"/>
  <p:tag name="KSO_WM_UNIT_LAYERLEVEL" val="1"/>
  <p:tag name="KSO_WM_TAG_VERSION" val="1.0"/>
  <p:tag name="KSO_WM_BEAUTIFY_FLAG" val="#wm#"/>
  <p:tag name="KSO_WM_UNIT_TYPE" val="i"/>
  <p:tag name="KSO_WM_UNIT_INDEX" val="16"/>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7"/>
  <p:tag name="KSO_WM_UNIT_LAYERLEVEL" val="1"/>
  <p:tag name="KSO_WM_TAG_VERSION" val="1.0"/>
  <p:tag name="KSO_WM_BEAUTIFY_FLAG" val="#wm#"/>
  <p:tag name="KSO_WM_UNIT_TYPE" val="i"/>
  <p:tag name="KSO_WM_UNIT_INDEX" val="17"/>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8"/>
  <p:tag name="KSO_WM_UNIT_LAYERLEVEL" val="1"/>
  <p:tag name="KSO_WM_TAG_VERSION" val="1.0"/>
  <p:tag name="KSO_WM_BEAUTIFY_FLAG" val="#wm#"/>
  <p:tag name="KSO_WM_UNIT_TYPE" val="i"/>
  <p:tag name="KSO_WM_UNIT_INDEX" val="18"/>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9"/>
  <p:tag name="KSO_WM_UNIT_LAYERLEVEL" val="1"/>
  <p:tag name="KSO_WM_TAG_VERSION" val="1.0"/>
  <p:tag name="KSO_WM_BEAUTIFY_FLAG" val="#wm#"/>
  <p:tag name="KSO_WM_UNIT_TYPE" val="i"/>
  <p:tag name="KSO_WM_UNIT_INDEX" val="19"/>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0"/>
  <p:tag name="KSO_WM_UNIT_LAYERLEVEL" val="1"/>
  <p:tag name="KSO_WM_TAG_VERSION" val="1.0"/>
  <p:tag name="KSO_WM_BEAUTIFY_FLAG" val="#wm#"/>
  <p:tag name="KSO_WM_UNIT_TYPE" val="i"/>
  <p:tag name="KSO_WM_UNIT_INDEX" val="20"/>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1"/>
  <p:tag name="KSO_WM_UNIT_LAYERLEVEL" val="1"/>
  <p:tag name="KSO_WM_TAG_VERSION" val="1.0"/>
  <p:tag name="KSO_WM_BEAUTIFY_FLAG" val="#wm#"/>
  <p:tag name="KSO_WM_UNIT_TYPE" val="i"/>
  <p:tag name="KSO_WM_UNIT_INDEX" val="2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2"/>
  <p:tag name="KSO_WM_UNIT_LAYERLEVEL" val="1"/>
  <p:tag name="KSO_WM_TAG_VERSION" val="1.0"/>
  <p:tag name="KSO_WM_BEAUTIFY_FLAG" val="#wm#"/>
  <p:tag name="KSO_WM_UNIT_TYPE" val="i"/>
  <p:tag name="KSO_WM_UNIT_INDEX" val="22"/>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3"/>
  <p:tag name="KSO_WM_UNIT_LAYERLEVEL" val="1"/>
  <p:tag name="KSO_WM_TAG_VERSION" val="1.0"/>
  <p:tag name="KSO_WM_BEAUTIFY_FLAG" val="#wm#"/>
  <p:tag name="KSO_WM_UNIT_TYPE" val="i"/>
  <p:tag name="KSO_WM_UNIT_INDEX" val="23"/>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4"/>
  <p:tag name="KSO_WM_UNIT_LAYERLEVEL" val="1"/>
  <p:tag name="KSO_WM_TAG_VERSION" val="1.0"/>
  <p:tag name="KSO_WM_BEAUTIFY_FLAG" val="#wm#"/>
  <p:tag name="KSO_WM_UNIT_TYPE" val="i"/>
  <p:tag name="KSO_WM_UNIT_INDEX" val="24"/>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5"/>
  <p:tag name="KSO_WM_UNIT_LAYERLEVEL" val="1"/>
  <p:tag name="KSO_WM_TAG_VERSION" val="1.0"/>
  <p:tag name="KSO_WM_BEAUTIFY_FLAG" val="#wm#"/>
  <p:tag name="KSO_WM_UNIT_TYPE" val="i"/>
  <p:tag name="KSO_WM_UNIT_INDEX" val="25"/>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6"/>
  <p:tag name="KSO_WM_UNIT_LAYERLEVEL" val="1"/>
  <p:tag name="KSO_WM_TAG_VERSION" val="1.0"/>
  <p:tag name="KSO_WM_BEAUTIFY_FLAG" val="#wm#"/>
  <p:tag name="KSO_WM_UNIT_TYPE" val="i"/>
  <p:tag name="KSO_WM_UNIT_INDEX" val="26"/>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7"/>
  <p:tag name="KSO_WM_UNIT_LAYERLEVEL" val="1"/>
  <p:tag name="KSO_WM_TAG_VERSION" val="1.0"/>
  <p:tag name="KSO_WM_BEAUTIFY_FLAG" val="#wm#"/>
  <p:tag name="KSO_WM_UNIT_TYPE" val="i"/>
  <p:tag name="KSO_WM_UNIT_INDEX" val="27"/>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8"/>
  <p:tag name="KSO_WM_UNIT_LAYERLEVEL" val="1"/>
  <p:tag name="KSO_WM_TAG_VERSION" val="1.0"/>
  <p:tag name="KSO_WM_BEAUTIFY_FLAG" val="#wm#"/>
  <p:tag name="KSO_WM_UNIT_TYPE" val="i"/>
  <p:tag name="KSO_WM_UNIT_INDEX" val="28"/>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1.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1.0"/>
  <p:tag name="KSO_WM_BEAUTIFY_FLAG" val="#wm#"/>
  <p:tag name="KSO_WM_UNIT_TYPE" val="i"/>
  <p:tag name="KSO_WM_UNIT_INDEX" val="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
  <p:tag name="KSO_WM_UNIT_LAYERLEVEL" val="1"/>
  <p:tag name="KSO_WM_TAG_VERSION" val="1.0"/>
  <p:tag name="KSO_WM_BEAUTIFY_FLAG" val="#wm#"/>
  <p:tag name="KSO_WM_UNIT_TYPE" val="i"/>
  <p:tag name="KSO_WM_UNIT_INDEX"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
  <p:tag name="KSO_WM_UNIT_LAYERLEVEL" val="1"/>
  <p:tag name="KSO_WM_TAG_VERSION" val="1.0"/>
  <p:tag name="KSO_WM_BEAUTIFY_FLAG" val="#wm#"/>
  <p:tag name="KSO_WM_UNIT_TYPE" val="i"/>
  <p:tag name="KSO_WM_UNIT_INDEX" val="3"/>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4"/>
  <p:tag name="KSO_WM_UNIT_LAYERLEVEL" val="1"/>
  <p:tag name="KSO_WM_TAG_VERSION" val="1.0"/>
  <p:tag name="KSO_WM_BEAUTIFY_FLAG" val="#wm#"/>
  <p:tag name="KSO_WM_UNIT_TYPE" val="i"/>
  <p:tag name="KSO_WM_UNIT_INDEX" val="4"/>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5"/>
  <p:tag name="KSO_WM_UNIT_LAYERLEVEL" val="1"/>
  <p:tag name="KSO_WM_TAG_VERSION" val="1.0"/>
  <p:tag name="KSO_WM_BEAUTIFY_FLAG" val="#wm#"/>
  <p:tag name="KSO_WM_UNIT_TYPE" val="i"/>
  <p:tag name="KSO_WM_UNIT_INDEX" val="5"/>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6"/>
  <p:tag name="KSO_WM_UNIT_LAYERLEVEL" val="1"/>
  <p:tag name="KSO_WM_TAG_VERSION" val="1.0"/>
  <p:tag name="KSO_WM_BEAUTIFY_FLAG" val="#wm#"/>
  <p:tag name="KSO_WM_UNIT_TYPE" val="i"/>
  <p:tag name="KSO_WM_UNIT_INDEX" val="6"/>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7"/>
  <p:tag name="KSO_WM_UNIT_LAYERLEVEL" val="1"/>
  <p:tag name="KSO_WM_TAG_VERSION" val="1.0"/>
  <p:tag name="KSO_WM_BEAUTIFY_FLAG" val="#wm#"/>
  <p:tag name="KSO_WM_UNIT_TYPE" val="i"/>
  <p:tag name="KSO_WM_UNIT_INDEX" val="7"/>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8"/>
  <p:tag name="KSO_WM_UNIT_LAYERLEVEL" val="1"/>
  <p:tag name="KSO_WM_TAG_VERSION" val="1.0"/>
  <p:tag name="KSO_WM_BEAUTIFY_FLAG" val="#wm#"/>
  <p:tag name="KSO_WM_UNIT_TYPE" val="i"/>
  <p:tag name="KSO_WM_UNIT_INDEX" val="8"/>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9"/>
  <p:tag name="KSO_WM_UNIT_LAYERLEVEL" val="1"/>
  <p:tag name="KSO_WM_TAG_VERSION" val="1.0"/>
  <p:tag name="KSO_WM_BEAUTIFY_FLAG" val="#wm#"/>
  <p:tag name="KSO_WM_UNIT_TYPE" val="i"/>
  <p:tag name="KSO_WM_UNIT_INDEX" val="9"/>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0"/>
  <p:tag name="KSO_WM_UNIT_LAYERLEVEL" val="1"/>
  <p:tag name="KSO_WM_TAG_VERSION" val="1.0"/>
  <p:tag name="KSO_WM_BEAUTIFY_FLAG" val="#wm#"/>
  <p:tag name="KSO_WM_UNIT_TYPE" val="i"/>
  <p:tag name="KSO_WM_UNIT_INDEX" val="10"/>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1"/>
  <p:tag name="KSO_WM_UNIT_LAYERLEVEL" val="1"/>
  <p:tag name="KSO_WM_TAG_VERSION" val="1.0"/>
  <p:tag name="KSO_WM_BEAUTIFY_FLAG" val="#wm#"/>
  <p:tag name="KSO_WM_UNIT_TYPE" val="i"/>
  <p:tag name="KSO_WM_UNIT_INDEX" val="1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2"/>
  <p:tag name="KSO_WM_UNIT_LAYERLEVEL" val="1"/>
  <p:tag name="KSO_WM_TAG_VERSION" val="1.0"/>
  <p:tag name="KSO_WM_BEAUTIFY_FLAG" val="#wm#"/>
  <p:tag name="KSO_WM_UNIT_TYPE" val="i"/>
  <p:tag name="KSO_WM_UNIT_INDEX" val="1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3"/>
  <p:tag name="KSO_WM_UNIT_LAYERLEVEL" val="1"/>
  <p:tag name="KSO_WM_TAG_VERSION" val="1.0"/>
  <p:tag name="KSO_WM_BEAUTIFY_FLAG" val="#wm#"/>
  <p:tag name="KSO_WM_UNIT_TYPE" val="i"/>
  <p:tag name="KSO_WM_UNIT_INDEX" val="13"/>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4"/>
  <p:tag name="KSO_WM_UNIT_LAYERLEVEL" val="1"/>
  <p:tag name="KSO_WM_TAG_VERSION" val="1.0"/>
  <p:tag name="KSO_WM_BEAUTIFY_FLAG" val="#wm#"/>
  <p:tag name="KSO_WM_UNIT_TYPE" val="i"/>
  <p:tag name="KSO_WM_UNIT_INDEX" val="14"/>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5"/>
  <p:tag name="KSO_WM_UNIT_LAYERLEVEL" val="1"/>
  <p:tag name="KSO_WM_TAG_VERSION" val="1.0"/>
  <p:tag name="KSO_WM_BEAUTIFY_FLAG" val="#wm#"/>
  <p:tag name="KSO_WM_UNIT_TYPE" val="i"/>
  <p:tag name="KSO_WM_UNIT_INDEX" val="15"/>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6"/>
  <p:tag name="KSO_WM_UNIT_LAYERLEVEL" val="1"/>
  <p:tag name="KSO_WM_TAG_VERSION" val="1.0"/>
  <p:tag name="KSO_WM_BEAUTIFY_FLAG" val="#wm#"/>
  <p:tag name="KSO_WM_UNIT_TYPE" val="i"/>
  <p:tag name="KSO_WM_UNIT_INDEX" val="16"/>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7"/>
  <p:tag name="KSO_WM_UNIT_LAYERLEVEL" val="1"/>
  <p:tag name="KSO_WM_TAG_VERSION" val="1.0"/>
  <p:tag name="KSO_WM_BEAUTIFY_FLAG" val="#wm#"/>
  <p:tag name="KSO_WM_UNIT_TYPE" val="i"/>
  <p:tag name="KSO_WM_UNIT_INDEX" val="17"/>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8"/>
  <p:tag name="KSO_WM_UNIT_LAYERLEVEL" val="1"/>
  <p:tag name="KSO_WM_TAG_VERSION" val="1.0"/>
  <p:tag name="KSO_WM_BEAUTIFY_FLAG" val="#wm#"/>
  <p:tag name="KSO_WM_UNIT_TYPE" val="i"/>
  <p:tag name="KSO_WM_UNIT_INDEX" val="18"/>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9"/>
  <p:tag name="KSO_WM_UNIT_LAYERLEVEL" val="1"/>
  <p:tag name="KSO_WM_TAG_VERSION" val="1.0"/>
  <p:tag name="KSO_WM_BEAUTIFY_FLAG" val="#wm#"/>
  <p:tag name="KSO_WM_UNIT_TYPE" val="i"/>
  <p:tag name="KSO_WM_UNIT_INDEX" val="19"/>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0"/>
  <p:tag name="KSO_WM_UNIT_LAYERLEVEL" val="1"/>
  <p:tag name="KSO_WM_TAG_VERSION" val="1.0"/>
  <p:tag name="KSO_WM_BEAUTIFY_FLAG" val="#wm#"/>
  <p:tag name="KSO_WM_UNIT_TYPE" val="i"/>
  <p:tag name="KSO_WM_UNIT_INDEX" val="20"/>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1"/>
  <p:tag name="KSO_WM_UNIT_LAYERLEVEL" val="1"/>
  <p:tag name="KSO_WM_TAG_VERSION" val="1.0"/>
  <p:tag name="KSO_WM_BEAUTIFY_FLAG" val="#wm#"/>
  <p:tag name="KSO_WM_UNIT_TYPE" val="i"/>
  <p:tag name="KSO_WM_UNIT_INDEX" val="2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2"/>
  <p:tag name="KSO_WM_UNIT_LAYERLEVEL" val="1"/>
  <p:tag name="KSO_WM_TAG_VERSION" val="1.0"/>
  <p:tag name="KSO_WM_BEAUTIFY_FLAG" val="#wm#"/>
  <p:tag name="KSO_WM_UNIT_TYPE" val="i"/>
  <p:tag name="KSO_WM_UNIT_INDEX" val="22"/>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3"/>
  <p:tag name="KSO_WM_UNIT_LAYERLEVEL" val="1"/>
  <p:tag name="KSO_WM_TAG_VERSION" val="1.0"/>
  <p:tag name="KSO_WM_BEAUTIFY_FLAG" val="#wm#"/>
  <p:tag name="KSO_WM_UNIT_TYPE" val="i"/>
  <p:tag name="KSO_WM_UNIT_INDEX" val="23"/>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4"/>
  <p:tag name="KSO_WM_UNIT_LAYERLEVEL" val="1"/>
  <p:tag name="KSO_WM_TAG_VERSION" val="1.0"/>
  <p:tag name="KSO_WM_BEAUTIFY_FLAG" val="#wm#"/>
  <p:tag name="KSO_WM_UNIT_TYPE" val="i"/>
  <p:tag name="KSO_WM_UNIT_INDEX" val="24"/>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5"/>
  <p:tag name="KSO_WM_UNIT_LAYERLEVEL" val="1"/>
  <p:tag name="KSO_WM_TAG_VERSION" val="1.0"/>
  <p:tag name="KSO_WM_BEAUTIFY_FLAG" val="#wm#"/>
  <p:tag name="KSO_WM_UNIT_TYPE" val="i"/>
  <p:tag name="KSO_WM_UNIT_INDEX" val="25"/>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6"/>
  <p:tag name="KSO_WM_UNIT_LAYERLEVEL" val="1"/>
  <p:tag name="KSO_WM_TAG_VERSION" val="1.0"/>
  <p:tag name="KSO_WM_BEAUTIFY_FLAG" val="#wm#"/>
  <p:tag name="KSO_WM_UNIT_TYPE" val="i"/>
  <p:tag name="KSO_WM_UNIT_INDEX" val="26"/>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7"/>
  <p:tag name="KSO_WM_UNIT_LAYERLEVEL" val="1"/>
  <p:tag name="KSO_WM_TAG_VERSION" val="1.0"/>
  <p:tag name="KSO_WM_BEAUTIFY_FLAG" val="#wm#"/>
  <p:tag name="KSO_WM_UNIT_TYPE" val="i"/>
  <p:tag name="KSO_WM_UNIT_INDEX" val="27"/>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8"/>
  <p:tag name="KSO_WM_UNIT_LAYERLEVEL" val="1"/>
  <p:tag name="KSO_WM_TAG_VERSION" val="1.0"/>
  <p:tag name="KSO_WM_BEAUTIFY_FLAG" val="#wm#"/>
  <p:tag name="KSO_WM_UNIT_TYPE" val="i"/>
  <p:tag name="KSO_WM_UNIT_INDEX" val="28"/>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_4*e*1"/>
  <p:tag name="KSO_WM_UNIT_LAYERLEVEL" val="1"/>
  <p:tag name="KSO_WM_TAG_VERSION" val="1.0"/>
  <p:tag name="KSO_WM_BEAUTIFY_FLAG" val="#wm#"/>
  <p:tag name="KSO_WM_UNIT_PRESET_TEXT" val="节编号"/>
  <p:tag name="KSO_WM_UNIT_NOCLEAR" val="0"/>
  <p:tag name="KSO_WM_UNIT_VALUE" val="13"/>
  <p:tag name="KSO_WM_UNIT_TYPE" val="e"/>
  <p:tag name="KSO_WM_UNIT_INDEX" val="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273"/>
  <p:tag name="KSO_WM_UNIT_TYPE" val="f"/>
  <p:tag name="KSO_WM_UNIT_INDEX" val="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2"/>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273"/>
  <p:tag name="KSO_WM_UNIT_TYPE" val="f"/>
  <p:tag name="KSO_WM_UNIT_INDEX" val="2"/>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1_1"/>
  <p:tag name="KSO_WM_UNIT_LAYERLEVEL" val="1_1"/>
  <p:tag name="KSO_WM_TAG_VERSION" val="1.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1_1"/>
  <p:tag name="KSO_WM_UNIT_LAYERLEVEL" val="1_1"/>
  <p:tag name="KSO_WM_TAG_VERSION" val="1.0"/>
  <p:tag name="KSO_WM_BEAUTIFY_FLAG" val="#wm#"/>
  <p:tag name="KSO_WM_UNIT_SUBTYPE" val="a"/>
  <p:tag name="KSO_WM_UNIT_PRESET_TEXT" val="单击此处编辑母版文本样式&#10;二级&#10;三级&#10;四级&#10;五级"/>
  <p:tag name="KSO_WM_UNIT_NOCLEAR" val="0"/>
  <p:tag name="KSO_WM_UNIT_VALUE" val="231"/>
  <p:tag name="KSO_WM_UNIT_TYPE" val="h_f"/>
  <p:tag name="KSO_WM_UNIT_INDEX" val="1_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2_1"/>
  <p:tag name="KSO_WM_UNIT_LAYERLEVEL" val="1_1"/>
  <p:tag name="KSO_WM_TAG_VERSION" val="1.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2_1"/>
  <p:tag name="KSO_WM_UNIT_LAYERLEVEL" val="1_1"/>
  <p:tag name="KSO_WM_TAG_VERSION" val="1.0"/>
  <p:tag name="KSO_WM_BEAUTIFY_FLAG" val="#wm#"/>
  <p:tag name="KSO_WM_UNIT_SUBTYPE" val="a"/>
  <p:tag name="KSO_WM_UNIT_PRESET_TEXT" val="单击此处编辑母版文本样式&#10;二级&#10;三级&#10;四级&#10;五级"/>
  <p:tag name="KSO_WM_UNIT_NOCLEAR" val="0"/>
  <p:tag name="KSO_WM_UNIT_VALUE" val="231"/>
  <p:tag name="KSO_WM_UNIT_TYPE" val="h_f"/>
  <p:tag name="KSO_WM_UNIT_INDEX" val="2_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720"/>
  <p:tag name="KSO_WM_UNIT_TYPE" val="f"/>
  <p:tag name="KSO_WM_UNIT_INDEX"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b*1"/>
  <p:tag name="KSO_WM_UNIT_LAYERLEVEL" val="1"/>
  <p:tag name="KSO_WM_TAG_VERSION" val="1.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1.0"/>
  <p:tag name="KSO_WM_BEAUTIFY_FLAG" val="#wm#"/>
  <p:tag name="KSO_WM_UNIT_TYPE" val="i"/>
  <p:tag name="KSO_WM_UNIT_INDEX" val="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1.0"/>
  <p:tag name="KSO_WM_BEAUTIFY_FLAG" val="#wm#"/>
  <p:tag name="KSO_WM_UNIT_TYPE" val="i"/>
  <p:tag name="KSO_WM_UNIT_INDEX" val="2"/>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
  <p:tag name="KSO_WM_UNIT_LAYERLEVEL" val="1"/>
  <p:tag name="KSO_WM_TAG_VERSION" val="1.0"/>
  <p:tag name="KSO_WM_BEAUTIFY_FLAG" val="#wm#"/>
  <p:tag name="KSO_WM_UNIT_TYPE" val="i"/>
  <p:tag name="KSO_WM_UNIT_INDEX" val="3"/>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4"/>
  <p:tag name="KSO_WM_UNIT_LAYERLEVEL" val="1"/>
  <p:tag name="KSO_WM_TAG_VERSION" val="1.0"/>
  <p:tag name="KSO_WM_BEAUTIFY_FLAG" val="#wm#"/>
  <p:tag name="KSO_WM_UNIT_TYPE" val="i"/>
  <p:tag name="KSO_WM_UNIT_INDEX" val="4"/>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5"/>
  <p:tag name="KSO_WM_UNIT_LAYERLEVEL" val="1"/>
  <p:tag name="KSO_WM_TAG_VERSION" val="1.0"/>
  <p:tag name="KSO_WM_BEAUTIFY_FLAG" val="#wm#"/>
  <p:tag name="KSO_WM_UNIT_TYPE" val="i"/>
  <p:tag name="KSO_WM_UNIT_INDEX" val="5"/>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6"/>
  <p:tag name="KSO_WM_UNIT_LAYERLEVEL" val="1"/>
  <p:tag name="KSO_WM_TAG_VERSION" val="1.0"/>
  <p:tag name="KSO_WM_BEAUTIFY_FLAG" val="#wm#"/>
  <p:tag name="KSO_WM_UNIT_TYPE" val="i"/>
  <p:tag name="KSO_WM_UNIT_INDEX" val="6"/>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7"/>
  <p:tag name="KSO_WM_UNIT_LAYERLEVEL" val="1"/>
  <p:tag name="KSO_WM_TAG_VERSION" val="1.0"/>
  <p:tag name="KSO_WM_BEAUTIFY_FLAG" val="#wm#"/>
  <p:tag name="KSO_WM_UNIT_TYPE" val="i"/>
  <p:tag name="KSO_WM_UNIT_INDEX" val="7"/>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8"/>
  <p:tag name="KSO_WM_UNIT_LAYERLEVEL" val="1"/>
  <p:tag name="KSO_WM_TAG_VERSION" val="1.0"/>
  <p:tag name="KSO_WM_BEAUTIFY_FLAG" val="#wm#"/>
  <p:tag name="KSO_WM_UNIT_TYPE" val="i"/>
  <p:tag name="KSO_WM_UNIT_INDEX" val="8"/>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9"/>
  <p:tag name="KSO_WM_UNIT_LAYERLEVEL" val="1"/>
  <p:tag name="KSO_WM_TAG_VERSION" val="1.0"/>
  <p:tag name="KSO_WM_BEAUTIFY_FLAG" val="#wm#"/>
  <p:tag name="KSO_WM_UNIT_TYPE" val="i"/>
  <p:tag name="KSO_WM_UNIT_INDEX" val="9"/>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0"/>
  <p:tag name="KSO_WM_UNIT_LAYERLEVEL" val="1"/>
  <p:tag name="KSO_WM_TAG_VERSION" val="1.0"/>
  <p:tag name="KSO_WM_BEAUTIFY_FLAG" val="#wm#"/>
  <p:tag name="KSO_WM_UNIT_TYPE" val="i"/>
  <p:tag name="KSO_WM_UNIT_INDEX" val="10"/>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1"/>
  <p:tag name="KSO_WM_UNIT_LAYERLEVEL" val="1"/>
  <p:tag name="KSO_WM_TAG_VERSION" val="1.0"/>
  <p:tag name="KSO_WM_BEAUTIFY_FLAG" val="#wm#"/>
  <p:tag name="KSO_WM_UNIT_TYPE" val="i"/>
  <p:tag name="KSO_WM_UNIT_INDEX" val="1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2"/>
  <p:tag name="KSO_WM_UNIT_LAYERLEVEL" val="1"/>
  <p:tag name="KSO_WM_TAG_VERSION" val="1.0"/>
  <p:tag name="KSO_WM_BEAUTIFY_FLAG" val="#wm#"/>
  <p:tag name="KSO_WM_UNIT_TYPE" val="i"/>
  <p:tag name="KSO_WM_UNIT_INDEX" val="12"/>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3"/>
  <p:tag name="KSO_WM_UNIT_LAYERLEVEL" val="1"/>
  <p:tag name="KSO_WM_TAG_VERSION" val="1.0"/>
  <p:tag name="KSO_WM_BEAUTIFY_FLAG" val="#wm#"/>
  <p:tag name="KSO_WM_UNIT_TYPE" val="i"/>
  <p:tag name="KSO_WM_UNIT_INDEX" val="13"/>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4"/>
  <p:tag name="KSO_WM_UNIT_LAYERLEVEL" val="1"/>
  <p:tag name="KSO_WM_TAG_VERSION" val="1.0"/>
  <p:tag name="KSO_WM_BEAUTIFY_FLAG" val="#wm#"/>
  <p:tag name="KSO_WM_UNIT_TYPE" val="i"/>
  <p:tag name="KSO_WM_UNIT_INDEX" val="14"/>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5"/>
  <p:tag name="KSO_WM_UNIT_LAYERLEVEL" val="1"/>
  <p:tag name="KSO_WM_TAG_VERSION" val="1.0"/>
  <p:tag name="KSO_WM_BEAUTIFY_FLAG" val="#wm#"/>
  <p:tag name="KSO_WM_UNIT_TYPE" val="i"/>
  <p:tag name="KSO_WM_UNIT_INDEX" val="15"/>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6"/>
  <p:tag name="KSO_WM_UNIT_LAYERLEVEL" val="1"/>
  <p:tag name="KSO_WM_TAG_VERSION" val="1.0"/>
  <p:tag name="KSO_WM_BEAUTIFY_FLAG" val="#wm#"/>
  <p:tag name="KSO_WM_UNIT_TYPE" val="i"/>
  <p:tag name="KSO_WM_UNIT_INDEX" val="16"/>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7"/>
  <p:tag name="KSO_WM_UNIT_LAYERLEVEL" val="1"/>
  <p:tag name="KSO_WM_TAG_VERSION" val="1.0"/>
  <p:tag name="KSO_WM_BEAUTIFY_FLAG" val="#wm#"/>
  <p:tag name="KSO_WM_UNIT_TYPE" val="i"/>
  <p:tag name="KSO_WM_UNIT_INDEX" val="17"/>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8"/>
  <p:tag name="KSO_WM_UNIT_LAYERLEVEL" val="1"/>
  <p:tag name="KSO_WM_TAG_VERSION" val="1.0"/>
  <p:tag name="KSO_WM_BEAUTIFY_FLAG" val="#wm#"/>
  <p:tag name="KSO_WM_UNIT_TYPE" val="i"/>
  <p:tag name="KSO_WM_UNIT_INDEX" val="18"/>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9"/>
  <p:tag name="KSO_WM_UNIT_LAYERLEVEL" val="1"/>
  <p:tag name="KSO_WM_TAG_VERSION" val="1.0"/>
  <p:tag name="KSO_WM_BEAUTIFY_FLAG" val="#wm#"/>
  <p:tag name="KSO_WM_UNIT_TYPE" val="i"/>
  <p:tag name="KSO_WM_UNIT_INDEX" val="19"/>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0"/>
  <p:tag name="KSO_WM_UNIT_LAYERLEVEL" val="1"/>
  <p:tag name="KSO_WM_TAG_VERSION" val="1.0"/>
  <p:tag name="KSO_WM_BEAUTIFY_FLAG" val="#wm#"/>
  <p:tag name="KSO_WM_UNIT_TYPE" val="i"/>
  <p:tag name="KSO_WM_UNIT_INDEX" val="20"/>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1"/>
  <p:tag name="KSO_WM_UNIT_LAYERLEVEL" val="1"/>
  <p:tag name="KSO_WM_TAG_VERSION" val="1.0"/>
  <p:tag name="KSO_WM_BEAUTIFY_FLAG" val="#wm#"/>
  <p:tag name="KSO_WM_UNIT_TYPE" val="i"/>
  <p:tag name="KSO_WM_UNIT_INDEX" val="2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2"/>
  <p:tag name="KSO_WM_UNIT_LAYERLEVEL" val="1"/>
  <p:tag name="KSO_WM_TAG_VERSION" val="1.0"/>
  <p:tag name="KSO_WM_BEAUTIFY_FLAG" val="#wm#"/>
  <p:tag name="KSO_WM_UNIT_TYPE" val="i"/>
  <p:tag name="KSO_WM_UNIT_INDEX" val="22"/>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3"/>
  <p:tag name="KSO_WM_UNIT_LAYERLEVEL" val="1"/>
  <p:tag name="KSO_WM_TAG_VERSION" val="1.0"/>
  <p:tag name="KSO_WM_BEAUTIFY_FLAG" val="#wm#"/>
  <p:tag name="KSO_WM_UNIT_TYPE" val="i"/>
  <p:tag name="KSO_WM_UNIT_INDEX" val="23"/>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4"/>
  <p:tag name="KSO_WM_UNIT_LAYERLEVEL" val="1"/>
  <p:tag name="KSO_WM_TAG_VERSION" val="1.0"/>
  <p:tag name="KSO_WM_BEAUTIFY_FLAG" val="#wm#"/>
  <p:tag name="KSO_WM_UNIT_TYPE" val="i"/>
  <p:tag name="KSO_WM_UNIT_INDEX" val="24"/>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5"/>
  <p:tag name="KSO_WM_UNIT_LAYERLEVEL" val="1"/>
  <p:tag name="KSO_WM_TAG_VERSION" val="1.0"/>
  <p:tag name="KSO_WM_BEAUTIFY_FLAG" val="#wm#"/>
  <p:tag name="KSO_WM_UNIT_TYPE" val="i"/>
  <p:tag name="KSO_WM_UNIT_INDEX" val="25"/>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6"/>
  <p:tag name="KSO_WM_UNIT_LAYERLEVEL" val="1"/>
  <p:tag name="KSO_WM_TAG_VERSION" val="1.0"/>
  <p:tag name="KSO_WM_BEAUTIFY_FLAG" val="#wm#"/>
  <p:tag name="KSO_WM_UNIT_TYPE" val="i"/>
  <p:tag name="KSO_WM_UNIT_INDEX" val="26"/>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7"/>
  <p:tag name="KSO_WM_UNIT_LAYERLEVEL" val="1"/>
  <p:tag name="KSO_WM_TAG_VERSION" val="1.0"/>
  <p:tag name="KSO_WM_BEAUTIFY_FLAG" val="#wm#"/>
  <p:tag name="KSO_WM_UNIT_TYPE" val="i"/>
  <p:tag name="KSO_WM_UNIT_INDEX" val="27"/>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8"/>
  <p:tag name="KSO_WM_UNIT_LAYERLEVEL" val="1"/>
  <p:tag name="KSO_WM_TAG_VERSION" val="1.0"/>
  <p:tag name="KSO_WM_BEAUTIFY_FLAG" val="#wm#"/>
  <p:tag name="KSO_WM_UNIT_TYPE" val="i"/>
  <p:tag name="KSO_WM_UNIT_INDEX" val="28"/>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9"/>
  <p:tag name="KSO_WM_UNIT_LAYERLEVEL" val="1"/>
  <p:tag name="KSO_WM_TAG_VERSION" val="1.0"/>
  <p:tag name="KSO_WM_BEAUTIFY_FLAG" val="#wm#"/>
  <p:tag name="KSO_WM_UNIT_TYPE" val="i"/>
  <p:tag name="KSO_WM_UNIT_INDEX" val="29"/>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0"/>
  <p:tag name="KSO_WM_UNIT_LAYERLEVEL" val="1"/>
  <p:tag name="KSO_WM_TAG_VERSION" val="1.0"/>
  <p:tag name="KSO_WM_BEAUTIFY_FLAG" val="#wm#"/>
  <p:tag name="KSO_WM_UNIT_TYPE" val="i"/>
  <p:tag name="KSO_WM_UNIT_INDEX" val="30"/>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1"/>
  <p:tag name="KSO_WM_UNIT_LAYERLEVEL" val="1"/>
  <p:tag name="KSO_WM_TAG_VERSION" val="1.0"/>
  <p:tag name="KSO_WM_BEAUTIFY_FLAG" val="#wm#"/>
  <p:tag name="KSO_WM_UNIT_TYPE" val="i"/>
  <p:tag name="KSO_WM_UNIT_INDEX" val="31"/>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UNIT_NOCLEAR" val="0"/>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2"/>
  <p:tag name="KSO_WM_UNIT_LAYERLEVEL" val="1"/>
  <p:tag name="KSO_WM_TAG_VERSION" val="1.0"/>
  <p:tag name="KSO_WM_BEAUTIFY_FLAG" val="#wm#"/>
  <p:tag name="KSO_WM_UNIT_PRESET_TEXT" val="公司名占位符"/>
  <p:tag name="KSO_WM_UNIT_NOCLEAR" val="0"/>
  <p:tag name="KSO_WM_UNIT_VALUE" val="16"/>
  <p:tag name="KSO_WM_UNIT_TYPE" val="f"/>
  <p:tag name="KSO_WM_UNIT_INDEX" val="2"/>
  <p:tag name="KSO_WM_UNIT_SUBTYPE" val="g"/>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4"/>
  <p:tag name="KSO_WM_UNIT_LAYERLEVEL" val="1"/>
  <p:tag name="KSO_WM_TAG_VERSION" val="1.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996"/>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0996"/>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1.0"/>
  <p:tag name="KSO_WM_BEAUTIFY_FLAG" val="#wm#"/>
  <p:tag name="KSO_WM_UNIT_TYPE" val="i"/>
  <p:tag name="KSO_WM_UNIT_INDEX" val="1"/>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1.0"/>
  <p:tag name="KSO_WM_BEAUTIFY_FLAG" val="#wm#"/>
  <p:tag name="KSO_WM_UNIT_TYPE" val="i"/>
  <p:tag name="KSO_WM_UNIT_INDEX" val="2"/>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3"/>
  <p:tag name="KSO_WM_UNIT_LAYERLEVEL" val="1"/>
  <p:tag name="KSO_WM_TAG_VERSION" val="1.0"/>
  <p:tag name="KSO_WM_BEAUTIFY_FLAG" val="#wm#"/>
  <p:tag name="KSO_WM_UNIT_TYPE" val="i"/>
  <p:tag name="KSO_WM_UNIT_INDEX" val="3"/>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4"/>
  <p:tag name="KSO_WM_UNIT_LAYERLEVEL" val="1"/>
  <p:tag name="KSO_WM_TAG_VERSION" val="1.0"/>
  <p:tag name="KSO_WM_BEAUTIFY_FLAG" val="#wm#"/>
  <p:tag name="KSO_WM_UNIT_TYPE" val="i"/>
  <p:tag name="KSO_WM_UNIT_INDEX" val="4"/>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5"/>
  <p:tag name="KSO_WM_UNIT_LAYERLEVEL" val="1"/>
  <p:tag name="KSO_WM_TAG_VERSION" val="1.0"/>
  <p:tag name="KSO_WM_BEAUTIFY_FLAG" val="#wm#"/>
  <p:tag name="KSO_WM_UNIT_TYPE" val="i"/>
  <p:tag name="KSO_WM_UNIT_INDEX" val="5"/>
</p:tagLst>
</file>

<file path=ppt/tags/tag212.xml><?xml version="1.0" encoding="utf-8"?>
<p:tagLst xmlns:p="http://schemas.openxmlformats.org/presentationml/2006/main">
  <p:tag name="KSO_WM_TEMPLATE_SUBCATEGORY" val="29"/>
  <p:tag name="KSO_WM_TEMPLATE_MASTER_TYPE" val="0"/>
  <p:tag name="KSO_WM_TEMPLATE_COLOR_TYPE" val="0"/>
  <p:tag name="KSO_WM_TAG_VERSION" val="1.0"/>
  <p:tag name="KSO_WM_BEAUTIFY_FLAG" val="#wm#"/>
  <p:tag name="KSO_WM_TEMPLATE_CATEGORY" val="custom"/>
  <p:tag name="KSO_WM_TEMPLATE_INDEX" val="20230996"/>
  <p:tag name="KSO_WM_TEMPLATE_THUMBS_INDEX" val="1、9"/>
</p:tagLst>
</file>

<file path=ppt/tags/tag213.xml><?xml version="1.0" encoding="utf-8"?>
<p:tagLst xmlns:p="http://schemas.openxmlformats.org/presentationml/2006/main">
  <p:tag name="KSO_WM_UNIT_INDEX" val="3"/>
  <p:tag name="KSO_WM_UNIT_TYPE" val="f"/>
  <p:tag name="KSO_WM_UNIT_SUBTYPE" val="a"/>
  <p:tag name="KSO_WM_BEAUTIFY_FLAG" val="#wm#"/>
</p:tagLst>
</file>

<file path=ppt/tags/tag214.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0996_1*a*1"/>
  <p:tag name="KSO_WM_TEMPLATE_CATEGORY" val="custom"/>
  <p:tag name="KSO_WM_TEMPLATE_INDEX" val="20230996"/>
  <p:tag name="KSO_WM_UNIT_LAYERLEVEL" val="1"/>
  <p:tag name="KSO_WM_TAG_VERSION" val="1.0"/>
  <p:tag name="KSO_WM_BEAUTIFY_FLAG" val="#wm#"/>
  <p:tag name="KSO_WM_UNIT_TEXT_TYPE" val="1"/>
  <p:tag name="KSO_WM_UNIT_PRESET_TEXT" val="单击添加文档标题"/>
</p:tagLst>
</file>

<file path=ppt/tags/tag215.xml><?xml version="1.0" encoding="utf-8"?>
<p:tagLst xmlns:p="http://schemas.openxmlformats.org/presentationml/2006/main">
  <p:tag name="KSO_WM_UNIT_ISCONTENTSTITLE" val="0"/>
  <p:tag name="KSO_WM_UNIT_ISNUMDGMTITLE" val="0"/>
  <p:tag name="KSO_WM_UNIT_NOCLEAR" val="0"/>
  <p:tag name="KSO_WM_UNIT_VALUE" val="80"/>
  <p:tag name="KSO_WM_UNIT_HIGHLIGHT" val="0"/>
  <p:tag name="KSO_WM_UNIT_COMPATIBLE" val="0"/>
  <p:tag name="KSO_WM_UNIT_DIAGRAM_ISNUMVISUAL" val="0"/>
  <p:tag name="KSO_WM_UNIT_DIAGRAM_ISREFERUNIT" val="0"/>
  <p:tag name="KSO_WM_UNIT_TYPE" val="b"/>
  <p:tag name="KSO_WM_UNIT_INDEX" val="1"/>
  <p:tag name="KSO_WM_UNIT_ID" val="custom20230996_1*b*1"/>
  <p:tag name="KSO_WM_TEMPLATE_CATEGORY" val="custom"/>
  <p:tag name="KSO_WM_TEMPLATE_INDEX" val="20230996"/>
  <p:tag name="KSO_WM_UNIT_LAYERLEVEL" val="1"/>
  <p:tag name="KSO_WM_TAG_VERSION" val="1.0"/>
  <p:tag name="KSO_WM_BEAUTIFY_FLAG" val="#wm#"/>
  <p:tag name="KSO_WM_UNIT_TEXT_TYPE" val="1"/>
  <p:tag name="KSO_WM_UNIT_PRESET_TEXT" val="WPS,a click to unlimited possibilities"/>
</p:tagLst>
</file>

<file path=ppt/tags/tag216.xml><?xml version="1.0" encoding="utf-8"?>
<p:tagLst xmlns:p="http://schemas.openxmlformats.org/presentationml/2006/main">
  <p:tag name="KSO_WM_SLIDE_ID" val="custom20230996_1"/>
  <p:tag name="KSO_WM_TEMPLATE_SUBCATEGORY" val="29"/>
  <p:tag name="KSO_WM_TEMPLATE_MASTER_TYPE" val="0"/>
  <p:tag name="KSO_WM_TEMPLATE_COLOR_TYPE" val="0"/>
  <p:tag name="KSO_WM_SLIDE_ITEM_CNT" val="0"/>
  <p:tag name="KSO_WM_SLIDE_INDEX" val="1"/>
  <p:tag name="KSO_WM_TAG_VERSION" val="1.0"/>
  <p:tag name="KSO_WM_BEAUTIFY_FLAG" val="#wm#"/>
  <p:tag name="KSO_WM_TEMPLATE_CATEGORY" val="custom"/>
  <p:tag name="KSO_WM_TEMPLATE_INDEX" val="20230996"/>
  <p:tag name="KSO_WM_SLIDE_LAYOUT" val="a_b_f"/>
  <p:tag name="KSO_WM_SLIDE_LAYOUT_CNT" val="1_1_3"/>
  <p:tag name="KSO_WM_SLIDE_TYPE" val="title"/>
  <p:tag name="KSO_WM_SLIDE_SUBTYPE" val="pureTxt"/>
  <p:tag name="KSO_WM_TEMPLATE_THUMBS_INDEX" val="1、9"/>
  <p:tag name="KSO_WM_SLIDE_THEME_ID" val="3313005"/>
  <p:tag name="KSO_WM_SLIDE_THEME_NAME" val="黄绿色简约风简单几何形状主题模板"/>
</p:tagLst>
</file>

<file path=ppt/tags/tag217.xml><?xml version="1.0" encoding="utf-8"?>
<p:tagLst xmlns:p="http://schemas.openxmlformats.org/presentationml/2006/main">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UNIT_ISCONTENTSTITLE" val="0"/>
  <p:tag name="KSO_WM_UNIT_ISNUMDGMTITLE" val="0"/>
  <p:tag name="KSO_WM_UNIT_PRESET_TEXT" val="单击此处编辑母版标题样式"/>
  <p:tag name="KSO_WM_UNIT_NOCLEAR" val="0"/>
  <p:tag name="KSO_WM_UNIT_VALUE" val="20"/>
</p:tagLst>
</file>

<file path=ppt/tags/tag218.xml><?xml version="1.0" encoding="utf-8"?>
<p:tagLst xmlns:p="http://schemas.openxmlformats.org/presentationml/2006/main">
  <p:tag name="KSO_WM_UNIT_INDEX" val="5"/>
  <p:tag name="KSO_WM_UNIT_TYPE" val="f"/>
  <p:tag name="KSO_WM_UNIT_SUBTYPE" val="a"/>
  <p:tag name="KSO_WM_BEAUTIFY_FLAG" val="#wm#"/>
</p:tagLst>
</file>

<file path=ppt/tags/tag219.xml><?xml version="1.0" encoding="utf-8"?>
<p:tagLst xmlns:p="http://schemas.openxmlformats.org/presentationml/2006/main">
  <p:tag name="KSO_WM_SLIDE_TYPE" val="text"/>
  <p:tag name="KSO_WM_BEAUTIFY_FLAG" val="#wm#"/>
  <p:tag name="KSO_WM_SLIDE_ID" val="custom20230996_8"/>
  <p:tag name="KSO_WM_TEMPLATE_SUBCATEGORY" val="29"/>
  <p:tag name="KSO_WM_TEMPLATE_MASTER_TYPE" val="0"/>
  <p:tag name="KSO_WM_TEMPLATE_COLOR_TYPE" val="0"/>
  <p:tag name="KSO_WM_SLIDE_ITEM_CNT" val="0"/>
  <p:tag name="KSO_WM_SLIDE_INDEX" val="8"/>
  <p:tag name="KSO_WM_TAG_VERSION" val="1.0"/>
  <p:tag name="KSO_WM_TEMPLATE_CATEGORY" val="custom"/>
  <p:tag name="KSO_WM_TEMPLATE_INDEX" val="20230996"/>
  <p:tag name="KSO_WM_SLIDE_SUBTYPE" val="pureTxt"/>
  <p:tag name="KSO_WM_SLIDE_SIZE" val="828*457"/>
  <p:tag name="KSO_WM_SLIDE_POSITION" val="66*28"/>
  <p:tag name="KSO_WM_SLIDE_LAYOUT" val="a_f"/>
  <p:tag name="KSO_WM_SLIDE_LAYOUT_CNT" val="1_1"/>
</p:tagLst>
</file>

<file path=ppt/tags/tag220.xml><?xml version="1.0" encoding="utf-8"?>
<p:tagLst xmlns:p="http://schemas.openxmlformats.org/presentationml/2006/main">
  <p:tag name="KSO_WM_UNIT_INDEX" val="1"/>
  <p:tag name="KSO_WM_UNIT_TYPE" val="a"/>
  <p:tag name="KSO_WM_BEAUTIFY_FLAG" val="#wm#"/>
  <p:tag name="KSO_WM_UNIT_TEXT" val="App Idea – MapNotes"/>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UNIT_ISCONTENTSTITLE" val="0"/>
  <p:tag name="KSO_WM_UNIT_ISNUMDGMTITLE" val="0"/>
  <p:tag name="KSO_WM_UNIT_PRESET_TEXT" val="单击此处编辑母版标题样式"/>
  <p:tag name="KSO_WM_UNIT_NOCLEAR" val="0"/>
  <p:tag name="KSO_WM_UNIT_VALUE" val="20"/>
</p:tagLst>
</file>

<file path=ppt/tags/tag221.xml><?xml version="1.0" encoding="utf-8"?>
<p:tagLst xmlns:p="http://schemas.openxmlformats.org/presentationml/2006/main">
  <p:tag name="TABLE_ENDDRAG_ORIGIN_RECT" val="601*270"/>
  <p:tag name="TABLE_ENDDRAG_RECT" val="65*153*601*270"/>
</p:tagLst>
</file>

<file path=ppt/tags/tag222.xml><?xml version="1.0" encoding="utf-8"?>
<p:tagLst xmlns:p="http://schemas.openxmlformats.org/presentationml/2006/main">
  <p:tag name="KSO_WM_SLIDE_TYPE" val="text"/>
  <p:tag name="KSO_WM_BEAUTIFY_FLAG" val="#wm#"/>
  <p:tag name="KSO_WM_SLIDE_ID" val="custom20230996_8"/>
  <p:tag name="KSO_WM_TEMPLATE_SUBCATEGORY" val="29"/>
  <p:tag name="KSO_WM_TEMPLATE_MASTER_TYPE" val="0"/>
  <p:tag name="KSO_WM_TEMPLATE_COLOR_TYPE" val="0"/>
  <p:tag name="KSO_WM_SLIDE_ITEM_CNT" val="0"/>
  <p:tag name="KSO_WM_SLIDE_INDEX" val="8"/>
  <p:tag name="KSO_WM_TAG_VERSION" val="1.0"/>
  <p:tag name="KSO_WM_TEMPLATE_CATEGORY" val="custom"/>
  <p:tag name="KSO_WM_TEMPLATE_INDEX" val="20230996"/>
  <p:tag name="KSO_WM_SLIDE_SUBTYPE" val="pureTxt"/>
  <p:tag name="KSO_WM_SLIDE_SIZE" val="828*457"/>
  <p:tag name="KSO_WM_SLIDE_POSITION" val="66*28"/>
  <p:tag name="KSO_WM_SLIDE_LAYOUT" val="a_f"/>
  <p:tag name="KSO_WM_SLIDE_LAYOUT_CNT" val="1_1"/>
</p:tagLst>
</file>

<file path=ppt/tags/tag223.xml><?xml version="1.0" encoding="utf-8"?>
<p:tagLst xmlns:p="http://schemas.openxmlformats.org/presentationml/2006/main">
  <p:tag name="KSO_WM_UNIT_INDEX" val="1"/>
  <p:tag name="KSO_WM_UNIT_TYPE" val="a"/>
  <p:tag name="KSO_WM_BEAUTIFY_FLAG" val="#wm#"/>
  <p:tag name="KSO_WM_UNIT_TEXT" val="Similar / Related Apps"/>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UNIT_ISCONTENTSTITLE" val="0"/>
  <p:tag name="KSO_WM_UNIT_ISNUMDGMTITLE" val="0"/>
  <p:tag name="KSO_WM_UNIT_PRESET_TEXT" val="单击此处编辑母版标题样式"/>
  <p:tag name="KSO_WM_UNIT_NOCLEAR" val="0"/>
  <p:tag name="KSO_WM_UNIT_VALUE" val="20"/>
</p:tagLst>
</file>

<file path=ppt/tags/tag224.xml><?xml version="1.0" encoding="utf-8"?>
<p:tagLst xmlns:p="http://schemas.openxmlformats.org/presentationml/2006/main">
  <p:tag name="KSO_WM_UNIT_INDEX" val="6"/>
  <p:tag name="KSO_WM_UNIT_TYPE" val="f"/>
  <p:tag name="KSO_WM_UNIT_SUBTYPE" val="a"/>
  <p:tag name="KSO_WM_BEAUTIFY_FLAG" val="#wm#"/>
</p:tagLst>
</file>

<file path=ppt/tags/tag225.xml><?xml version="1.0" encoding="utf-8"?>
<p:tagLst xmlns:p="http://schemas.openxmlformats.org/presentationml/2006/main">
  <p:tag name="TABLE_ENDDRAG_ORIGIN_RECT" val="587*273"/>
  <p:tag name="TABLE_ENDDRAG_RECT" val="58*154*587*273"/>
</p:tagLst>
</file>

<file path=ppt/tags/tag226.xml><?xml version="1.0" encoding="utf-8"?>
<p:tagLst xmlns:p="http://schemas.openxmlformats.org/presentationml/2006/main">
  <p:tag name="KSO_WM_SLIDE_TYPE" val="text"/>
  <p:tag name="KSO_WM_BEAUTIFY_FLAG" val="#wm#"/>
  <p:tag name="KSO_WM_SLIDE_ID" val="custom20230996_8"/>
  <p:tag name="KSO_WM_TEMPLATE_SUBCATEGORY" val="29"/>
  <p:tag name="KSO_WM_TEMPLATE_MASTER_TYPE" val="0"/>
  <p:tag name="KSO_WM_TEMPLATE_COLOR_TYPE" val="0"/>
  <p:tag name="KSO_WM_SLIDE_ITEM_CNT" val="0"/>
  <p:tag name="KSO_WM_SLIDE_INDEX" val="8"/>
  <p:tag name="KSO_WM_TAG_VERSION" val="1.0"/>
  <p:tag name="KSO_WM_TEMPLATE_CATEGORY" val="custom"/>
  <p:tag name="KSO_WM_TEMPLATE_INDEX" val="20230996"/>
  <p:tag name="KSO_WM_SLIDE_SUBTYPE" val="pureTxt"/>
  <p:tag name="KSO_WM_SLIDE_SIZE" val="828*457"/>
  <p:tag name="KSO_WM_SLIDE_POSITION" val="66*28"/>
  <p:tag name="KSO_WM_SLIDE_LAYOUT" val="a_f"/>
  <p:tag name="KSO_WM_SLIDE_LAYOUT_CNT" val="1_1"/>
</p:tagLst>
</file>

<file path=ppt/tags/tag227.xml><?xml version="1.0" encoding="utf-8"?>
<p:tagLst xmlns:p="http://schemas.openxmlformats.org/presentationml/2006/main">
  <p:tag name="KSO_WM_UNIT_INDEX" val="1"/>
  <p:tag name="KSO_WM_UNIT_TYPE" val="a"/>
  <p:tag name="KSO_WM_BEAUTIFY_FLAG" val="#wm#"/>
  <p:tag name="KSO_WM_UNIT_TEXT" val="Reusable Open Source Code"/>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UNIT_ISCONTENTSTITLE" val="0"/>
  <p:tag name="KSO_WM_UNIT_ISNUMDGMTITLE" val="0"/>
  <p:tag name="KSO_WM_UNIT_PRESET_TEXT" val="单击此处编辑母版标题样式"/>
  <p:tag name="KSO_WM_UNIT_NOCLEAR" val="0"/>
  <p:tag name="KSO_WM_UNIT_VALUE" val="20"/>
</p:tagLst>
</file>

<file path=ppt/tags/tag228.xml><?xml version="1.0" encoding="utf-8"?>
<p:tagLst xmlns:p="http://schemas.openxmlformats.org/presentationml/2006/main">
  <p:tag name="KSO_WM_UNIT_INDEX" val="6"/>
  <p:tag name="KSO_WM_UNIT_TYPE" val="f"/>
  <p:tag name="KSO_WM_UNIT_SUBTYPE" val="a"/>
  <p:tag name="KSO_WM_BEAUTIFY_FLAG" val="#wm#"/>
</p:tagLst>
</file>

<file path=ppt/tags/tag229.xml><?xml version="1.0" encoding="utf-8"?>
<p:tagLst xmlns:p="http://schemas.openxmlformats.org/presentationml/2006/main">
  <p:tag name="TABLE_ENDDRAG_ORIGIN_RECT" val="604*260"/>
  <p:tag name="TABLE_ENDDRAG_RECT" val="52*159*604*260"/>
</p:tagLst>
</file>

<file path=ppt/tags/tag230.xml><?xml version="1.0" encoding="utf-8"?>
<p:tagLst xmlns:p="http://schemas.openxmlformats.org/presentationml/2006/main">
  <p:tag name="KSO_WM_SLIDE_TYPE" val="text"/>
  <p:tag name="KSO_WM_BEAUTIFY_FLAG" val="#wm#"/>
  <p:tag name="KSO_WM_SLIDE_ID" val="custom20230996_8"/>
  <p:tag name="KSO_WM_TEMPLATE_SUBCATEGORY" val="29"/>
  <p:tag name="KSO_WM_TEMPLATE_MASTER_TYPE" val="0"/>
  <p:tag name="KSO_WM_TEMPLATE_COLOR_TYPE" val="0"/>
  <p:tag name="KSO_WM_SLIDE_ITEM_CNT" val="0"/>
  <p:tag name="KSO_WM_SLIDE_INDEX" val="8"/>
  <p:tag name="KSO_WM_TAG_VERSION" val="1.0"/>
  <p:tag name="KSO_WM_TEMPLATE_CATEGORY" val="custom"/>
  <p:tag name="KSO_WM_TEMPLATE_INDEX" val="20230996"/>
  <p:tag name="KSO_WM_SLIDE_SUBTYPE" val="pureTxt"/>
  <p:tag name="KSO_WM_SLIDE_SIZE" val="828*457"/>
  <p:tag name="KSO_WM_SLIDE_POSITION" val="66*28"/>
  <p:tag name="KSO_WM_SLIDE_LAYOUT" val="a_f"/>
  <p:tag name="KSO_WM_SLIDE_LAYOUT_CNT" val="1_1"/>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32.xml><?xml version="1.0" encoding="utf-8"?>
<p:tagLst xmlns:p="http://schemas.openxmlformats.org/presentationml/2006/main">
  <p:tag name="TABLE_ENDDRAG_ORIGIN_RECT" val="611*278"/>
  <p:tag name="TABLE_ENDDRAG_RECT" val="43*147*611*278"/>
</p:tagLst>
</file>

<file path=ppt/tags/tag233.xml><?xml version="1.0" encoding="utf-8"?>
<p:tagLst xmlns:p="http://schemas.openxmlformats.org/presentationml/2006/main">
  <p:tag name="KSO_WM_BEAUTIFY_FLAG" val="#wm#"/>
  <p:tag name="KSO_WM_TEMPLATE_CATEGORY" val="custom"/>
  <p:tag name="KSO_WM_TEMPLATE_INDEX" val="20230996"/>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35.xml><?xml version="1.0" encoding="utf-8"?>
<p:tagLst xmlns:p="http://schemas.openxmlformats.org/presentationml/2006/main">
  <p:tag name="TABLE_ENDDRAG_ORIGIN_RECT" val="636*261"/>
  <p:tag name="TABLE_ENDDRAG_RECT" val="41*157*637*261"/>
</p:tagLst>
</file>

<file path=ppt/tags/tag236.xml><?xml version="1.0" encoding="utf-8"?>
<p:tagLst xmlns:p="http://schemas.openxmlformats.org/presentationml/2006/main">
  <p:tag name="KSO_WM_BEAUTIFY_FLAG" val="#wm#"/>
  <p:tag name="KSO_WM_TEMPLATE_CATEGORY" val="custom"/>
  <p:tag name="KSO_WM_TEMPLATE_INDEX" val="20230996"/>
</p:tagLst>
</file>

<file path=ppt/tags/tag237.xml><?xml version="1.0" encoding="utf-8"?>
<p:tagLst xmlns:p="http://schemas.openxmlformats.org/presentationml/2006/main">
  <p:tag name="KSO_WM_UNIT_INDEX" val="1"/>
  <p:tag name="KSO_WM_UNIT_TYPE" val="a"/>
  <p:tag name="KSO_WM_BEAUTIFY_FLAG" val="#wm#"/>
  <p:tag name="KSO_WM_UNIT_TEXT" val="Unique Features &amp; Enhancements"/>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UNIT_ISCONTENTSTITLE" val="0"/>
  <p:tag name="KSO_WM_UNIT_ISNUMDGMTITLE" val="0"/>
  <p:tag name="KSO_WM_UNIT_PRESET_TEXT" val="单击此处编辑母版标题样式"/>
  <p:tag name="KSO_WM_UNIT_NOCLEAR" val="0"/>
  <p:tag name="KSO_WM_UNIT_VALUE" val="20"/>
</p:tagLst>
</file>

<file path=ppt/tags/tag238.xml><?xml version="1.0" encoding="utf-8"?>
<p:tagLst xmlns:p="http://schemas.openxmlformats.org/presentationml/2006/main">
  <p:tag name="TABLE_ENDDRAG_ORIGIN_RECT" val="635*252"/>
  <p:tag name="TABLE_ENDDRAG_RECT" val="41*172*635*252"/>
</p:tagLst>
</file>

<file path=ppt/tags/tag239.xml><?xml version="1.0" encoding="utf-8"?>
<p:tagLst xmlns:p="http://schemas.openxmlformats.org/presentationml/2006/main">
  <p:tag name="KSO_WM_SLIDE_TYPE" val="text"/>
  <p:tag name="KSO_WM_BEAUTIFY_FLAG" val="#wm#"/>
  <p:tag name="KSO_WM_SLIDE_ID" val="custom20230996_8"/>
  <p:tag name="KSO_WM_TEMPLATE_SUBCATEGORY" val="29"/>
  <p:tag name="KSO_WM_TEMPLATE_MASTER_TYPE" val="0"/>
  <p:tag name="KSO_WM_TEMPLATE_COLOR_TYPE" val="0"/>
  <p:tag name="KSO_WM_SLIDE_ITEM_CNT" val="0"/>
  <p:tag name="KSO_WM_SLIDE_INDEX" val="8"/>
  <p:tag name="KSO_WM_TAG_VERSION" val="1.0"/>
  <p:tag name="KSO_WM_TEMPLATE_CATEGORY" val="custom"/>
  <p:tag name="KSO_WM_TEMPLATE_INDEX" val="20230996"/>
  <p:tag name="KSO_WM_SLIDE_SUBTYPE" val="pureTxt"/>
  <p:tag name="KSO_WM_SLIDE_SIZE" val="828*457"/>
  <p:tag name="KSO_WM_SLIDE_POSITION" val="66*28"/>
  <p:tag name="KSO_WM_SLIDE_LAYOUT" val="a_f"/>
  <p:tag name="KSO_WM_SLIDE_LAYOUT_CNT" val="1_1"/>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585"/>
  <p:tag name="KSO_WM_UNIT_TYPE" val="f"/>
  <p:tag name="KSO_WM_UNIT_INDEX" val="1"/>
</p:tagLst>
</file>

<file path=ppt/tags/tag242.xml><?xml version="1.0" encoding="utf-8"?>
<p:tagLst xmlns:p="http://schemas.openxmlformats.org/presentationml/2006/main">
  <p:tag name="KSO_WM_BEAUTIFY_FLAG" val="#wm#"/>
  <p:tag name="KSO_WM_TEMPLATE_CATEGORY" val="custom"/>
  <p:tag name="KSO_WM_TEMPLATE_INDEX" val="20230996"/>
</p:tagLst>
</file>

<file path=ppt/tags/tag243.xml><?xml version="1.0" encoding="utf-8"?>
<p:tagLst xmlns:p="http://schemas.openxmlformats.org/presentationml/2006/main">
  <p:tag name="KSO_WM_UNIT_INDEX" val="1"/>
  <p:tag name="KSO_WM_UNIT_TYPE" val="a"/>
  <p:tag name="KSO_WM_BEAUTIFY_FLAG" val="#wm#"/>
  <p:tag name="KSO_WM_UNIT_TEXT" val="Development Timeline (Weeks 6–15)"/>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UNIT_ISCONTENTSTITLE" val="0"/>
  <p:tag name="KSO_WM_UNIT_ISNUMDGMTITLE" val="0"/>
  <p:tag name="KSO_WM_UNIT_PRESET_TEXT" val="单击此处编辑母版标题样式"/>
  <p:tag name="KSO_WM_UNIT_NOCLEAR" val="0"/>
  <p:tag name="KSO_WM_UNIT_VALUE" val="20"/>
</p:tagLst>
</file>

<file path=ppt/tags/tag244.xml><?xml version="1.0" encoding="utf-8"?>
<p:tagLst xmlns:p="http://schemas.openxmlformats.org/presentationml/2006/main">
  <p:tag name="KSO_WM_UNIT_INDEX" val="5"/>
  <p:tag name="KSO_WM_UNIT_TYPE" val="f"/>
  <p:tag name="KSO_WM_UNIT_SUBTYPE" val="a"/>
  <p:tag name="KSO_WM_BEAUTIFY_FLAG" val="#wm#"/>
</p:tagLst>
</file>

<file path=ppt/tags/tag245.xml><?xml version="1.0" encoding="utf-8"?>
<p:tagLst xmlns:p="http://schemas.openxmlformats.org/presentationml/2006/main">
  <p:tag name="KSO_WM_SLIDE_TYPE" val="text"/>
  <p:tag name="KSO_WM_BEAUTIFY_FLAG" val="#wm#"/>
  <p:tag name="KSO_WM_SLIDE_ID" val="custom20230996_8"/>
  <p:tag name="KSO_WM_TEMPLATE_SUBCATEGORY" val="29"/>
  <p:tag name="KSO_WM_TEMPLATE_MASTER_TYPE" val="0"/>
  <p:tag name="KSO_WM_TEMPLATE_COLOR_TYPE" val="0"/>
  <p:tag name="KSO_WM_SLIDE_ITEM_CNT" val="0"/>
  <p:tag name="KSO_WM_SLIDE_INDEX" val="8"/>
  <p:tag name="KSO_WM_TAG_VERSION" val="1.0"/>
  <p:tag name="KSO_WM_TEMPLATE_CATEGORY" val="custom"/>
  <p:tag name="KSO_WM_TEMPLATE_INDEX" val="20230996"/>
  <p:tag name="KSO_WM_SLIDE_SUBTYPE" val="pureTxt"/>
  <p:tag name="KSO_WM_SLIDE_SIZE" val="828*457"/>
  <p:tag name="KSO_WM_SLIDE_POSITION" val="66*28"/>
  <p:tag name="KSO_WM_SLIDE_LAYOUT" val="a_f"/>
  <p:tag name="KSO_WM_SLIDE_LAYOUT_CNT" val="1_1"/>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47.xml><?xml version="1.0" encoding="utf-8"?>
<p:tagLst xmlns:p="http://schemas.openxmlformats.org/presentationml/2006/main">
  <p:tag name="TABLE_ENDDRAG_ORIGIN_RECT" val="629*371"/>
  <p:tag name="TABLE_ENDDRAG_RECT" val="39*131*629*371"/>
</p:tagLst>
</file>

<file path=ppt/tags/tag248.xml><?xml version="1.0" encoding="utf-8"?>
<p:tagLst xmlns:p="http://schemas.openxmlformats.org/presentationml/2006/main">
  <p:tag name="KSO_WM_BEAUTIFY_FLAG" val="#wm#"/>
  <p:tag name="KSO_WM_TEMPLATE_CATEGORY" val="custom"/>
  <p:tag name="KSO_WM_TEMPLATE_INDEX" val="20230996"/>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585"/>
  <p:tag name="KSO_WM_UNIT_TYPE" val="f"/>
  <p:tag name="KSO_WM_UNIT_INDEX" val="1"/>
</p:tagLst>
</file>

<file path=ppt/tags/tag251.xml><?xml version="1.0" encoding="utf-8"?>
<p:tagLst xmlns:p="http://schemas.openxmlformats.org/presentationml/2006/main">
  <p:tag name="KSO_WM_BEAUTIFY_FLAG" val="#wm#"/>
  <p:tag name="KSO_WM_TEMPLATE_CATEGORY" val="custom"/>
  <p:tag name="KSO_WM_TEMPLATE_INDEX" val="20230996"/>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585"/>
  <p:tag name="KSO_WM_UNIT_TYPE" val="f"/>
  <p:tag name="KSO_WM_UNIT_INDEX" val="1"/>
</p:tagLst>
</file>

<file path=ppt/tags/tag254.xml><?xml version="1.0" encoding="utf-8"?>
<p:tagLst xmlns:p="http://schemas.openxmlformats.org/presentationml/2006/main">
  <p:tag name="KSO_WM_BEAUTIFY_FLAG" val="#wm#"/>
  <p:tag name="KSO_WM_TEMPLATE_CATEGORY" val="custom"/>
  <p:tag name="KSO_WM_TEMPLATE_INDEX" val="20230996"/>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56.xml><?xml version="1.0" encoding="utf-8"?>
<p:tagLst xmlns:p="http://schemas.openxmlformats.org/presentationml/2006/main">
  <p:tag name="KSO_WM_BEAUTIFY_FLAG" val="#wm#"/>
  <p:tag name="KSO_WM_TEMPLATE_CATEGORY" val="custom"/>
  <p:tag name="KSO_WM_TEMPLATE_INDEX" val="20230996"/>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585"/>
  <p:tag name="KSO_WM_UNIT_TYPE" val="f"/>
  <p:tag name="KSO_WM_UNIT_INDEX" val="1"/>
</p:tagLst>
</file>

<file path=ppt/tags/tag259.xml><?xml version="1.0" encoding="utf-8"?>
<p:tagLst xmlns:p="http://schemas.openxmlformats.org/presentationml/2006/main">
  <p:tag name="KSO_WM_BEAUTIFY_FLAG" val="#wm#"/>
  <p:tag name="KSO_WM_TEMPLATE_CATEGORY" val="custom"/>
  <p:tag name="KSO_WM_TEMPLATE_INDEX" val="2023099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37">
      <a:dk1>
        <a:sysClr val="windowText" lastClr="000000"/>
      </a:dk1>
      <a:lt1>
        <a:sysClr val="window" lastClr="FFFFFF"/>
      </a:lt1>
      <a:dk2>
        <a:srgbClr val="44546A"/>
      </a:dk2>
      <a:lt2>
        <a:srgbClr val="FDFAF5"/>
      </a:lt2>
      <a:accent1>
        <a:srgbClr val="F3BB28"/>
      </a:accent1>
      <a:accent2>
        <a:srgbClr val="D9C573"/>
      </a:accent2>
      <a:accent3>
        <a:srgbClr val="B6B679"/>
      </a:accent3>
      <a:accent4>
        <a:srgbClr val="94A87F"/>
      </a:accent4>
      <a:accent5>
        <a:srgbClr val="719985"/>
      </a:accent5>
      <a:accent6>
        <a:srgbClr val="4F8A8B"/>
      </a:accent6>
      <a:hlink>
        <a:srgbClr val="0563C1"/>
      </a:hlink>
      <a:folHlink>
        <a:srgbClr val="954F72"/>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err="1"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5515</Words>
  <Application>WPS 文字</Application>
  <PresentationFormat>On-screen Show (4:3)</PresentationFormat>
  <Paragraphs>365</Paragraphs>
  <Slides>15</Slides>
  <Notes>0</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15</vt:i4>
      </vt:variant>
    </vt:vector>
  </HeadingPairs>
  <TitlesOfParts>
    <vt:vector size="34" baseType="lpstr">
      <vt:lpstr>Arial</vt:lpstr>
      <vt:lpstr>宋体</vt:lpstr>
      <vt:lpstr>Wingdings</vt:lpstr>
      <vt:lpstr>Arial</vt:lpstr>
      <vt:lpstr>ＭＳ 明朝</vt:lpstr>
      <vt:lpstr>Hiragino Sans</vt:lpstr>
      <vt:lpstr>宋体</vt:lpstr>
      <vt:lpstr>PingFang SC</vt:lpstr>
      <vt:lpstr>微软雅黑</vt:lpstr>
      <vt:lpstr>汉仪旗黑</vt:lpstr>
      <vt:lpstr>宋体</vt:lpstr>
      <vt:lpstr>Arial Unicode MS</vt:lpstr>
      <vt:lpstr>Calibri</vt:lpstr>
      <vt:lpstr>Helvetica Neue</vt:lpstr>
      <vt:lpstr>汉仪书宋二KW</vt:lpstr>
      <vt:lpstr>微软雅黑</vt:lpstr>
      <vt:lpstr>ＭＳ 明朝</vt:lpstr>
      <vt:lpstr>Office Theme</vt:lpstr>
      <vt:lpstr>Office 主题​​</vt:lpstr>
      <vt:lpstr>MapNotes Project </vt:lpstr>
      <vt:lpstr>App Idea – MapNotes</vt:lpstr>
      <vt:lpstr>Similar / Related Apps</vt:lpstr>
      <vt:lpstr>Reusable Open Source Code</vt:lpstr>
      <vt:lpstr>Unique Features &amp; Enhancements</vt:lpstr>
      <vt:lpstr>Functional Requirements</vt:lpstr>
      <vt:lpstr>Technical Stack</vt:lpstr>
      <vt:lpstr>Development Timeline (Weeks 6–15)</vt:lpstr>
      <vt:lpstr>APP UI design(provisional)</vt:lpstr>
      <vt:lpstr>Future Improvements &amp; Uniqueness</vt:lpstr>
      <vt:lpstr>Implemented functions</vt:lpstr>
      <vt:lpstr>Technical Features</vt:lpstr>
      <vt:lpstr>2. UI Design (res/layout)</vt:lpstr>
      <vt:lpstr>PowerPoint 演示文稿</vt:lpstr>
      <vt:lpstr>3. Resource Files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一杯冰冰冰美式</cp:lastModifiedBy>
  <cp:revision>7</cp:revision>
  <dcterms:created xsi:type="dcterms:W3CDTF">2025-11-08T14:35:06Z</dcterms:created>
  <dcterms:modified xsi:type="dcterms:W3CDTF">2025-11-08T14:35:06Z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12216512F3180612ABA6EB68DFA9AF0C_42</vt:lpwstr>
  </property>
  <property fmtid="{D5CDD505-2E9C-101B-9397-08002B2CF9AE}" pid="3" name="KSOProductBuildVer">
    <vt:lpwstr>2052-12.1.22553.22553</vt:lpwstr>
  </property>
</Properties>
</file>